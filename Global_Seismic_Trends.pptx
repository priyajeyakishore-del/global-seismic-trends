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Montserrat"/>
      <p:regular r:id="rId22"/>
      <p:bold r:id="rId23"/>
      <p:italic r:id="rId24"/>
      <p:boldItalic r:id="rId25"/>
    </p:embeddedFont>
    <p:embeddedFont>
      <p:font typeface="Montserrat Medium"/>
      <p:regular r:id="rId26"/>
      <p:bold r:id="rId27"/>
      <p:italic r:id="rId28"/>
      <p:boldItalic r:id="rId29"/>
    </p:embeddedFont>
    <p:embeddedFont>
      <p:font typeface="Roboto Mono"/>
      <p:regular r:id="rId30"/>
      <p:bold r:id="rId31"/>
      <p:italic r:id="rId32"/>
      <p:boldItalic r:id="rId33"/>
    </p:embeddedFont>
    <p:embeddedFont>
      <p:font typeface="Source Serif 4"/>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regular.fntdata"/><Relationship Id="rId21" Type="http://schemas.openxmlformats.org/officeDocument/2006/relationships/slide" Target="slides/slide16.xml"/><Relationship Id="rId24" Type="http://schemas.openxmlformats.org/officeDocument/2006/relationships/font" Target="fonts/Montserrat-italic.fntdata"/><Relationship Id="rId23"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Medium-regular.fntdata"/><Relationship Id="rId25" Type="http://schemas.openxmlformats.org/officeDocument/2006/relationships/font" Target="fonts/Montserrat-boldItalic.fntdata"/><Relationship Id="rId28" Type="http://schemas.openxmlformats.org/officeDocument/2006/relationships/font" Target="fonts/MontserratMedium-italic.fntdata"/><Relationship Id="rId27" Type="http://schemas.openxmlformats.org/officeDocument/2006/relationships/font" Target="fonts/Montserrat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fntdata"/><Relationship Id="rId30" Type="http://schemas.openxmlformats.org/officeDocument/2006/relationships/font" Target="fonts/RobotoMono-regular.fntdata"/><Relationship Id="rId11" Type="http://schemas.openxmlformats.org/officeDocument/2006/relationships/slide" Target="slides/slide6.xml"/><Relationship Id="rId33" Type="http://schemas.openxmlformats.org/officeDocument/2006/relationships/font" Target="fonts/RobotoMono-boldItalic.fntdata"/><Relationship Id="rId10" Type="http://schemas.openxmlformats.org/officeDocument/2006/relationships/slide" Target="slides/slide5.xml"/><Relationship Id="rId32" Type="http://schemas.openxmlformats.org/officeDocument/2006/relationships/font" Target="fonts/RobotoMono-italic.fntdata"/><Relationship Id="rId13" Type="http://schemas.openxmlformats.org/officeDocument/2006/relationships/slide" Target="slides/slide8.xml"/><Relationship Id="rId35" Type="http://schemas.openxmlformats.org/officeDocument/2006/relationships/font" Target="fonts/SourceSerif4-bold.fntdata"/><Relationship Id="rId12" Type="http://schemas.openxmlformats.org/officeDocument/2006/relationships/slide" Target="slides/slide7.xml"/><Relationship Id="rId34" Type="http://schemas.openxmlformats.org/officeDocument/2006/relationships/font" Target="fonts/SourceSerif4-regular.fntdata"/><Relationship Id="rId15" Type="http://schemas.openxmlformats.org/officeDocument/2006/relationships/slide" Target="slides/slide10.xml"/><Relationship Id="rId37" Type="http://schemas.openxmlformats.org/officeDocument/2006/relationships/font" Target="fonts/SourceSerif4-boldItalic.fntdata"/><Relationship Id="rId14" Type="http://schemas.openxmlformats.org/officeDocument/2006/relationships/slide" Target="slides/slide9.xml"/><Relationship Id="rId36" Type="http://schemas.openxmlformats.org/officeDocument/2006/relationships/font" Target="fonts/SourceSerif4-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h14be536a64e277db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h14be536a64e277db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h14be536a64e277db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h14be536a64e277db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h14be536a64e277db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h14be536a64e277db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h14be536a64e277db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h14be536a64e277db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h14be536a64e277db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h14be536a64e277db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h14be536a64e277db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h14be536a64e277db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h14be536a64e277db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h14be536a64e277db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h14be536a64e277db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h14be536a64e277db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h14be536a64e277db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h14be536a64e277db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h14be536a64e277db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h14be536a64e277db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h14be536a64e277db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h14be536a64e277db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h14be536a64e277db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h14be536a64e277db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h14be536a64e277db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h14be536a64e277db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h14be536a64e277db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h14be536a64e277db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14be536a64e277db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h14be536a64e277db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14be536a64e277db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h14be536a64e277db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
    <p:spTree>
      <p:nvGrpSpPr>
        <p:cNvPr id="9" name="Shape 9"/>
        <p:cNvGrpSpPr/>
        <p:nvPr/>
      </p:nvGrpSpPr>
      <p:grpSpPr>
        <a:xfrm>
          <a:off x="0" y="0"/>
          <a:ext cx="0" cy="0"/>
          <a:chOff x="0" y="0"/>
          <a:chExt cx="0" cy="0"/>
        </a:xfrm>
      </p:grpSpPr>
      <p:cxnSp>
        <p:nvCxnSpPr>
          <p:cNvPr id="10" name="Google Shape;10;p2"/>
          <p:cNvCxnSpPr/>
          <p:nvPr/>
        </p:nvCxnSpPr>
        <p:spPr>
          <a:xfrm>
            <a:off x="0" y="3618350"/>
            <a:ext cx="9144000" cy="0"/>
          </a:xfrm>
          <a:prstGeom prst="straightConnector1">
            <a:avLst/>
          </a:prstGeom>
          <a:noFill/>
          <a:ln cap="flat" cmpd="sng" w="9525">
            <a:solidFill>
              <a:schemeClr val="dk1"/>
            </a:solidFill>
            <a:prstDash val="solid"/>
            <a:round/>
            <a:headEnd len="med" w="med" type="none"/>
            <a:tailEnd len="med" w="med" type="none"/>
          </a:ln>
        </p:spPr>
      </p:cxnSp>
      <p:sp>
        <p:nvSpPr>
          <p:cNvPr id="11" name="Google Shape;11;p2"/>
          <p:cNvSpPr/>
          <p:nvPr>
            <p:ph idx="2" type="pic"/>
          </p:nvPr>
        </p:nvSpPr>
        <p:spPr>
          <a:xfrm rot="-5400000">
            <a:off x="4689300" y="690800"/>
            <a:ext cx="3062700" cy="5855100"/>
          </a:xfrm>
          <a:prstGeom prst="round2SameRect">
            <a:avLst>
              <a:gd fmla="val 50000" name="adj1"/>
              <a:gd fmla="val 0" name="adj2"/>
            </a:avLst>
          </a:prstGeom>
          <a:noFill/>
          <a:ln>
            <a:noFill/>
          </a:ln>
        </p:spPr>
      </p:sp>
      <p:sp>
        <p:nvSpPr>
          <p:cNvPr id="12" name="Google Shape;12;p2"/>
          <p:cNvSpPr txBox="1"/>
          <p:nvPr>
            <p:ph type="title"/>
          </p:nvPr>
        </p:nvSpPr>
        <p:spPr>
          <a:xfrm>
            <a:off x="256050" y="331317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13" name="Google Shape;13;p2"/>
          <p:cNvSpPr txBox="1"/>
          <p:nvPr>
            <p:ph idx="3" type="title"/>
          </p:nvPr>
        </p:nvSpPr>
        <p:spPr>
          <a:xfrm>
            <a:off x="256050" y="380052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14" name="Google Shape;14;p2"/>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5" name="Google Shape;15;p2"/>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p:cSld name="BLANK_1_1_1">
    <p:spTree>
      <p:nvGrpSpPr>
        <p:cNvPr id="16" name="Shape 16"/>
        <p:cNvGrpSpPr/>
        <p:nvPr/>
      </p:nvGrpSpPr>
      <p:grpSpPr>
        <a:xfrm>
          <a:off x="0" y="0"/>
          <a:ext cx="0" cy="0"/>
          <a:chOff x="0" y="0"/>
          <a:chExt cx="0" cy="0"/>
        </a:xfrm>
      </p:grpSpPr>
      <p:sp>
        <p:nvSpPr>
          <p:cNvPr id="17" name="Google Shape;17;p3"/>
          <p:cNvSpPr txBox="1"/>
          <p:nvPr>
            <p:ph idx="1" type="body"/>
          </p:nvPr>
        </p:nvSpPr>
        <p:spPr>
          <a:xfrm>
            <a:off x="256025" y="26476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8" name="Google Shape;18;p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9" name="Google Shape;19;p3"/>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1_2">
    <p:spTree>
      <p:nvGrpSpPr>
        <p:cNvPr id="20" name="Shape 20"/>
        <p:cNvGrpSpPr/>
        <p:nvPr/>
      </p:nvGrpSpPr>
      <p:grpSpPr>
        <a:xfrm>
          <a:off x="0" y="0"/>
          <a:ext cx="0" cy="0"/>
          <a:chOff x="0" y="0"/>
          <a:chExt cx="0" cy="0"/>
        </a:xfrm>
      </p:grpSpPr>
      <p:sp>
        <p:nvSpPr>
          <p:cNvPr id="21" name="Google Shape;21;p4"/>
          <p:cNvSpPr/>
          <p:nvPr/>
        </p:nvSpPr>
        <p:spPr>
          <a:xfrm>
            <a:off x="4572000" y="-6600"/>
            <a:ext cx="4572000" cy="515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 name="Google Shape;22;p4"/>
          <p:cNvSpPr txBox="1"/>
          <p:nvPr>
            <p:ph type="title"/>
          </p:nvPr>
        </p:nvSpPr>
        <p:spPr>
          <a:xfrm>
            <a:off x="256025" y="213150"/>
            <a:ext cx="4261200" cy="1005900"/>
          </a:xfrm>
          <a:prstGeom prst="rect">
            <a:avLst/>
          </a:prstGeom>
        </p:spPr>
        <p:txBody>
          <a:bodyPr anchorCtr="0" anchor="t" bIns="0" lIns="0" spcFirstLastPara="1" rIns="0" wrap="square" tIns="0">
            <a:norm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3" name="Google Shape;23;p4"/>
          <p:cNvSpPr txBox="1"/>
          <p:nvPr>
            <p:ph idx="1" type="body"/>
          </p:nvPr>
        </p:nvSpPr>
        <p:spPr>
          <a:xfrm>
            <a:off x="256025" y="15472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4" name="Google Shape;24;p4"/>
          <p:cNvSpPr txBox="1"/>
          <p:nvPr>
            <p:ph idx="2" type="title"/>
          </p:nvPr>
        </p:nvSpPr>
        <p:spPr>
          <a:xfrm>
            <a:off x="6067500" y="4448600"/>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1000">
                <a:solidFill>
                  <a:schemeClr val="lt2"/>
                </a:solidFill>
                <a:latin typeface="Montserrat"/>
                <a:ea typeface="Montserrat"/>
                <a:cs typeface="Montserrat"/>
                <a:sym typeface="Montserrat"/>
              </a:defRPr>
            </a:lvl1pPr>
            <a:lvl2pPr lvl="1">
              <a:lnSpc>
                <a:spcPct val="115000"/>
              </a:lnSpc>
              <a:spcBef>
                <a:spcPts val="0"/>
              </a:spcBef>
              <a:spcAft>
                <a:spcPts val="0"/>
              </a:spcAft>
              <a:buNone/>
              <a:defRPr sz="1000">
                <a:solidFill>
                  <a:schemeClr val="lt2"/>
                </a:solidFill>
                <a:latin typeface="Montserrat"/>
                <a:ea typeface="Montserrat"/>
                <a:cs typeface="Montserrat"/>
                <a:sym typeface="Montserrat"/>
              </a:defRPr>
            </a:lvl2pPr>
            <a:lvl3pPr lvl="2">
              <a:lnSpc>
                <a:spcPct val="115000"/>
              </a:lnSpc>
              <a:spcBef>
                <a:spcPts val="0"/>
              </a:spcBef>
              <a:spcAft>
                <a:spcPts val="0"/>
              </a:spcAft>
              <a:buNone/>
              <a:defRPr sz="1000">
                <a:solidFill>
                  <a:schemeClr val="lt2"/>
                </a:solidFill>
                <a:latin typeface="Montserrat"/>
                <a:ea typeface="Montserrat"/>
                <a:cs typeface="Montserrat"/>
                <a:sym typeface="Montserrat"/>
              </a:defRPr>
            </a:lvl3pPr>
            <a:lvl4pPr lvl="3">
              <a:lnSpc>
                <a:spcPct val="115000"/>
              </a:lnSpc>
              <a:spcBef>
                <a:spcPts val="0"/>
              </a:spcBef>
              <a:spcAft>
                <a:spcPts val="0"/>
              </a:spcAft>
              <a:buNone/>
              <a:defRPr sz="1000">
                <a:solidFill>
                  <a:schemeClr val="lt2"/>
                </a:solidFill>
                <a:latin typeface="Montserrat"/>
                <a:ea typeface="Montserrat"/>
                <a:cs typeface="Montserrat"/>
                <a:sym typeface="Montserrat"/>
              </a:defRPr>
            </a:lvl4pPr>
            <a:lvl5pPr lvl="4">
              <a:lnSpc>
                <a:spcPct val="115000"/>
              </a:lnSpc>
              <a:spcBef>
                <a:spcPts val="0"/>
              </a:spcBef>
              <a:spcAft>
                <a:spcPts val="0"/>
              </a:spcAft>
              <a:buNone/>
              <a:defRPr sz="1000">
                <a:solidFill>
                  <a:schemeClr val="lt2"/>
                </a:solidFill>
                <a:latin typeface="Montserrat"/>
                <a:ea typeface="Montserrat"/>
                <a:cs typeface="Montserrat"/>
                <a:sym typeface="Montserrat"/>
              </a:defRPr>
            </a:lvl5pPr>
            <a:lvl6pPr lvl="5">
              <a:lnSpc>
                <a:spcPct val="115000"/>
              </a:lnSpc>
              <a:spcBef>
                <a:spcPts val="0"/>
              </a:spcBef>
              <a:spcAft>
                <a:spcPts val="0"/>
              </a:spcAft>
              <a:buNone/>
              <a:defRPr sz="1000">
                <a:solidFill>
                  <a:schemeClr val="lt2"/>
                </a:solidFill>
                <a:latin typeface="Montserrat"/>
                <a:ea typeface="Montserrat"/>
                <a:cs typeface="Montserrat"/>
                <a:sym typeface="Montserrat"/>
              </a:defRPr>
            </a:lvl6pPr>
            <a:lvl7pPr lvl="6">
              <a:lnSpc>
                <a:spcPct val="115000"/>
              </a:lnSpc>
              <a:spcBef>
                <a:spcPts val="0"/>
              </a:spcBef>
              <a:spcAft>
                <a:spcPts val="0"/>
              </a:spcAft>
              <a:buNone/>
              <a:defRPr sz="1000">
                <a:solidFill>
                  <a:schemeClr val="lt2"/>
                </a:solidFill>
                <a:latin typeface="Montserrat"/>
                <a:ea typeface="Montserrat"/>
                <a:cs typeface="Montserrat"/>
                <a:sym typeface="Montserrat"/>
              </a:defRPr>
            </a:lvl7pPr>
            <a:lvl8pPr lvl="7">
              <a:lnSpc>
                <a:spcPct val="115000"/>
              </a:lnSpc>
              <a:spcBef>
                <a:spcPts val="0"/>
              </a:spcBef>
              <a:spcAft>
                <a:spcPts val="0"/>
              </a:spcAft>
              <a:buNone/>
              <a:defRPr sz="1000">
                <a:solidFill>
                  <a:schemeClr val="lt2"/>
                </a:solidFill>
                <a:latin typeface="Montserrat"/>
                <a:ea typeface="Montserrat"/>
                <a:cs typeface="Montserrat"/>
                <a:sym typeface="Montserrat"/>
              </a:defRPr>
            </a:lvl8pPr>
            <a:lvl9pPr lvl="8">
              <a:lnSpc>
                <a:spcPct val="115000"/>
              </a:lnSpc>
              <a:spcBef>
                <a:spcPts val="0"/>
              </a:spcBef>
              <a:spcAft>
                <a:spcPts val="0"/>
              </a:spcAft>
              <a:buNone/>
              <a:defRPr sz="1000">
                <a:solidFill>
                  <a:schemeClr val="lt2"/>
                </a:solidFill>
                <a:latin typeface="Montserrat"/>
                <a:ea typeface="Montserrat"/>
                <a:cs typeface="Montserrat"/>
                <a:sym typeface="Montserrat"/>
              </a:defRPr>
            </a:lvl9pPr>
          </a:lstStyle>
          <a:p/>
        </p:txBody>
      </p:sp>
      <p:sp>
        <p:nvSpPr>
          <p:cNvPr id="25" name="Google Shape;25;p4"/>
          <p:cNvSpPr txBox="1"/>
          <p:nvPr>
            <p:ph idx="3" type="title"/>
          </p:nvPr>
        </p:nvSpPr>
        <p:spPr>
          <a:xfrm>
            <a:off x="6067500" y="4621154"/>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800">
                <a:solidFill>
                  <a:schemeClr val="lt2"/>
                </a:solidFill>
              </a:defRPr>
            </a:lvl1pPr>
            <a:lvl2pPr lvl="1">
              <a:lnSpc>
                <a:spcPct val="115000"/>
              </a:lnSpc>
              <a:spcBef>
                <a:spcPts val="0"/>
              </a:spcBef>
              <a:spcAft>
                <a:spcPts val="0"/>
              </a:spcAft>
              <a:buNone/>
              <a:defRPr sz="800">
                <a:solidFill>
                  <a:schemeClr val="lt2"/>
                </a:solidFill>
              </a:defRPr>
            </a:lvl2pPr>
            <a:lvl3pPr lvl="2">
              <a:lnSpc>
                <a:spcPct val="115000"/>
              </a:lnSpc>
              <a:spcBef>
                <a:spcPts val="0"/>
              </a:spcBef>
              <a:spcAft>
                <a:spcPts val="0"/>
              </a:spcAft>
              <a:buNone/>
              <a:defRPr sz="800">
                <a:solidFill>
                  <a:schemeClr val="lt2"/>
                </a:solidFill>
              </a:defRPr>
            </a:lvl3pPr>
            <a:lvl4pPr lvl="3">
              <a:lnSpc>
                <a:spcPct val="115000"/>
              </a:lnSpc>
              <a:spcBef>
                <a:spcPts val="0"/>
              </a:spcBef>
              <a:spcAft>
                <a:spcPts val="0"/>
              </a:spcAft>
              <a:buNone/>
              <a:defRPr sz="800">
                <a:solidFill>
                  <a:schemeClr val="lt2"/>
                </a:solidFill>
              </a:defRPr>
            </a:lvl4pPr>
            <a:lvl5pPr lvl="4">
              <a:lnSpc>
                <a:spcPct val="115000"/>
              </a:lnSpc>
              <a:spcBef>
                <a:spcPts val="0"/>
              </a:spcBef>
              <a:spcAft>
                <a:spcPts val="0"/>
              </a:spcAft>
              <a:buNone/>
              <a:defRPr sz="800">
                <a:solidFill>
                  <a:schemeClr val="lt2"/>
                </a:solidFill>
              </a:defRPr>
            </a:lvl5pPr>
            <a:lvl6pPr lvl="5">
              <a:lnSpc>
                <a:spcPct val="115000"/>
              </a:lnSpc>
              <a:spcBef>
                <a:spcPts val="0"/>
              </a:spcBef>
              <a:spcAft>
                <a:spcPts val="0"/>
              </a:spcAft>
              <a:buNone/>
              <a:defRPr sz="800">
                <a:solidFill>
                  <a:schemeClr val="lt2"/>
                </a:solidFill>
              </a:defRPr>
            </a:lvl6pPr>
            <a:lvl7pPr lvl="6">
              <a:lnSpc>
                <a:spcPct val="115000"/>
              </a:lnSpc>
              <a:spcBef>
                <a:spcPts val="0"/>
              </a:spcBef>
              <a:spcAft>
                <a:spcPts val="0"/>
              </a:spcAft>
              <a:buNone/>
              <a:defRPr sz="800">
                <a:solidFill>
                  <a:schemeClr val="lt2"/>
                </a:solidFill>
              </a:defRPr>
            </a:lvl7pPr>
            <a:lvl8pPr lvl="7">
              <a:lnSpc>
                <a:spcPct val="115000"/>
              </a:lnSpc>
              <a:spcBef>
                <a:spcPts val="0"/>
              </a:spcBef>
              <a:spcAft>
                <a:spcPts val="0"/>
              </a:spcAft>
              <a:buNone/>
              <a:defRPr sz="800">
                <a:solidFill>
                  <a:schemeClr val="lt2"/>
                </a:solidFill>
              </a:defRPr>
            </a:lvl8pPr>
            <a:lvl9pPr lvl="8">
              <a:lnSpc>
                <a:spcPct val="115000"/>
              </a:lnSpc>
              <a:spcBef>
                <a:spcPts val="0"/>
              </a:spcBef>
              <a:spcAft>
                <a:spcPts val="0"/>
              </a:spcAft>
              <a:buNone/>
              <a:defRPr sz="800">
                <a:solidFill>
                  <a:schemeClr val="lt2"/>
                </a:solidFill>
              </a:defRPr>
            </a:lvl9pPr>
          </a:lstStyle>
          <a:p/>
        </p:txBody>
      </p:sp>
      <p:sp>
        <p:nvSpPr>
          <p:cNvPr id="26" name="Google Shape;26;p4"/>
          <p:cNvSpPr txBox="1"/>
          <p:nvPr>
            <p:ph idx="4"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27" name="Google Shape;27;p4"/>
          <p:cNvSpPr txBox="1"/>
          <p:nvPr>
            <p:ph idx="5" type="body"/>
          </p:nvPr>
        </p:nvSpPr>
        <p:spPr>
          <a:xfrm>
            <a:off x="5190600" y="1902000"/>
            <a:ext cx="3639600" cy="1644300"/>
          </a:xfrm>
          <a:prstGeom prst="rect">
            <a:avLst/>
          </a:prstGeom>
        </p:spPr>
        <p:txBody>
          <a:bodyPr anchorCtr="0" anchor="t" bIns="0" lIns="0" spcFirstLastPara="1" rIns="0" wrap="square" tIns="0">
            <a:noAutofit/>
          </a:bodyPr>
          <a:lstStyle>
            <a:lvl1pPr indent="-342900" lvl="0" marL="457200" algn="ctr">
              <a:lnSpc>
                <a:spcPct val="115000"/>
              </a:lnSpc>
              <a:spcBef>
                <a:spcPts val="0"/>
              </a:spcBef>
              <a:spcAft>
                <a:spcPts val="0"/>
              </a:spcAft>
              <a:buClr>
                <a:schemeClr val="lt2"/>
              </a:buClr>
              <a:buSzPts val="1800"/>
              <a:buFont typeface="Montserrat"/>
              <a:buChar char="●"/>
              <a:defRPr sz="1800"/>
            </a:lvl1pPr>
            <a:lvl2pPr indent="-342900" lvl="1" marL="914400" algn="ctr">
              <a:lnSpc>
                <a:spcPct val="115000"/>
              </a:lnSpc>
              <a:spcBef>
                <a:spcPts val="0"/>
              </a:spcBef>
              <a:spcAft>
                <a:spcPts val="0"/>
              </a:spcAft>
              <a:buClr>
                <a:schemeClr val="lt2"/>
              </a:buClr>
              <a:buSzPts val="1800"/>
              <a:buFont typeface="Montserrat"/>
              <a:buChar char="○"/>
              <a:defRPr sz="1800"/>
            </a:lvl2pPr>
            <a:lvl3pPr indent="-342900" lvl="2" marL="1371600" algn="ctr">
              <a:lnSpc>
                <a:spcPct val="115000"/>
              </a:lnSpc>
              <a:spcBef>
                <a:spcPts val="0"/>
              </a:spcBef>
              <a:spcAft>
                <a:spcPts val="0"/>
              </a:spcAft>
              <a:buClr>
                <a:schemeClr val="lt2"/>
              </a:buClr>
              <a:buSzPts val="1800"/>
              <a:buFont typeface="Montserrat"/>
              <a:buChar char="■"/>
              <a:defRPr sz="1800"/>
            </a:lvl3pPr>
            <a:lvl4pPr indent="-342900" lvl="3" marL="1828800" algn="ctr">
              <a:lnSpc>
                <a:spcPct val="115000"/>
              </a:lnSpc>
              <a:spcBef>
                <a:spcPts val="0"/>
              </a:spcBef>
              <a:spcAft>
                <a:spcPts val="0"/>
              </a:spcAft>
              <a:buClr>
                <a:schemeClr val="lt2"/>
              </a:buClr>
              <a:buSzPts val="1800"/>
              <a:buFont typeface="Montserrat"/>
              <a:buChar char="●"/>
              <a:defRPr sz="1800"/>
            </a:lvl4pPr>
            <a:lvl5pPr indent="-342900" lvl="4" marL="2286000" algn="ctr">
              <a:lnSpc>
                <a:spcPct val="115000"/>
              </a:lnSpc>
              <a:spcBef>
                <a:spcPts val="0"/>
              </a:spcBef>
              <a:spcAft>
                <a:spcPts val="0"/>
              </a:spcAft>
              <a:buClr>
                <a:schemeClr val="lt2"/>
              </a:buClr>
              <a:buSzPts val="1800"/>
              <a:buFont typeface="Montserrat"/>
              <a:buChar char="○"/>
              <a:defRPr sz="1800"/>
            </a:lvl5pPr>
            <a:lvl6pPr indent="-342900" lvl="5" marL="2743200" algn="ctr">
              <a:lnSpc>
                <a:spcPct val="115000"/>
              </a:lnSpc>
              <a:spcBef>
                <a:spcPts val="0"/>
              </a:spcBef>
              <a:spcAft>
                <a:spcPts val="0"/>
              </a:spcAft>
              <a:buClr>
                <a:schemeClr val="lt2"/>
              </a:buClr>
              <a:buSzPts val="1800"/>
              <a:buFont typeface="Montserrat"/>
              <a:buChar char="■"/>
              <a:defRPr sz="1800"/>
            </a:lvl6pPr>
            <a:lvl7pPr indent="-342900" lvl="6" marL="3200400" algn="ctr">
              <a:lnSpc>
                <a:spcPct val="115000"/>
              </a:lnSpc>
              <a:spcBef>
                <a:spcPts val="0"/>
              </a:spcBef>
              <a:spcAft>
                <a:spcPts val="0"/>
              </a:spcAft>
              <a:buClr>
                <a:schemeClr val="lt2"/>
              </a:buClr>
              <a:buSzPts val="1800"/>
              <a:buFont typeface="Montserrat"/>
              <a:buChar char="●"/>
              <a:defRPr sz="1800"/>
            </a:lvl7pPr>
            <a:lvl8pPr indent="-342900" lvl="7" marL="3657600" algn="ctr">
              <a:lnSpc>
                <a:spcPct val="115000"/>
              </a:lnSpc>
              <a:spcBef>
                <a:spcPts val="0"/>
              </a:spcBef>
              <a:spcAft>
                <a:spcPts val="0"/>
              </a:spcAft>
              <a:buClr>
                <a:schemeClr val="lt2"/>
              </a:buClr>
              <a:buSzPts val="1800"/>
              <a:buFont typeface="Montserrat"/>
              <a:buChar char="○"/>
              <a:defRPr sz="1800"/>
            </a:lvl8pPr>
            <a:lvl9pPr indent="-342900" lvl="8" marL="4114800" algn="ctr">
              <a:lnSpc>
                <a:spcPct val="115000"/>
              </a:lnSpc>
              <a:spcBef>
                <a:spcPts val="0"/>
              </a:spcBef>
              <a:spcAft>
                <a:spcPts val="0"/>
              </a:spcAft>
              <a:buClr>
                <a:schemeClr val="lt2"/>
              </a:buClr>
              <a:buSzPts val="1800"/>
              <a:buFont typeface="Montserrat"/>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5">
    <p:bg>
      <p:bgPr>
        <a:solidFill>
          <a:schemeClr val="dk2"/>
        </a:solidFill>
      </p:bgPr>
    </p:bg>
    <p:spTree>
      <p:nvGrpSpPr>
        <p:cNvPr id="28" name="Shape 28"/>
        <p:cNvGrpSpPr/>
        <p:nvPr/>
      </p:nvGrpSpPr>
      <p:grpSpPr>
        <a:xfrm>
          <a:off x="0" y="0"/>
          <a:ext cx="0" cy="0"/>
          <a:chOff x="0" y="0"/>
          <a:chExt cx="0" cy="0"/>
        </a:xfrm>
      </p:grpSpPr>
      <p:sp>
        <p:nvSpPr>
          <p:cNvPr id="29" name="Google Shape;29;p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30" name="Google Shape;30;p5"/>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1" name="Google Shape;31;p5"/>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2" name="Google Shape;32;p5"/>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 name="Google Shape;33;p5"/>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4" name="Google Shape;34;p5"/>
          <p:cNvSpPr txBox="1"/>
          <p:nvPr>
            <p:ph idx="1" type="body"/>
          </p:nvPr>
        </p:nvSpPr>
        <p:spPr>
          <a:xfrm>
            <a:off x="255975" y="183635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35" name="Google Shape;35;p5"/>
          <p:cNvSpPr txBox="1"/>
          <p:nvPr>
            <p:ph idx="2" type="title"/>
          </p:nvPr>
        </p:nvSpPr>
        <p:spPr>
          <a:xfrm>
            <a:off x="2559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36" name="Google Shape;36;p5"/>
          <p:cNvSpPr txBox="1"/>
          <p:nvPr>
            <p:ph idx="3" type="body"/>
          </p:nvPr>
        </p:nvSpPr>
        <p:spPr>
          <a:xfrm>
            <a:off x="250612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37" name="Google Shape;37;p5"/>
          <p:cNvSpPr txBox="1"/>
          <p:nvPr>
            <p:ph idx="4" type="title"/>
          </p:nvPr>
        </p:nvSpPr>
        <p:spPr>
          <a:xfrm>
            <a:off x="250612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38" name="Google Shape;38;p5"/>
          <p:cNvSpPr txBox="1"/>
          <p:nvPr>
            <p:ph idx="5" type="body"/>
          </p:nvPr>
        </p:nvSpPr>
        <p:spPr>
          <a:xfrm>
            <a:off x="475627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39" name="Google Shape;39;p5"/>
          <p:cNvSpPr txBox="1"/>
          <p:nvPr>
            <p:ph idx="6" type="title"/>
          </p:nvPr>
        </p:nvSpPr>
        <p:spPr>
          <a:xfrm>
            <a:off x="47562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BLANK_1_1_1_1_1_1_1_1_1_1_1_4">
    <p:spTree>
      <p:nvGrpSpPr>
        <p:cNvPr id="40" name="Shape 40"/>
        <p:cNvGrpSpPr/>
        <p:nvPr/>
      </p:nvGrpSpPr>
      <p:grpSpPr>
        <a:xfrm>
          <a:off x="0" y="0"/>
          <a:ext cx="0" cy="0"/>
          <a:chOff x="0" y="0"/>
          <a:chExt cx="0" cy="0"/>
        </a:xfrm>
      </p:grpSpPr>
      <p:sp>
        <p:nvSpPr>
          <p:cNvPr id="41" name="Google Shape;41;p6"/>
          <p:cNvSpPr/>
          <p:nvPr/>
        </p:nvSpPr>
        <p:spPr>
          <a:xfrm>
            <a:off x="-75" y="10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42" name="Google Shape;42;p6"/>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43" name="Google Shape;43;p6"/>
          <p:cNvSpPr txBox="1"/>
          <p:nvPr>
            <p:ph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44" name="Google Shape;44;p6"/>
          <p:cNvSpPr txBox="1"/>
          <p:nvPr>
            <p:ph idx="2"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45" name="Google Shape;45;p6"/>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2">
  <p:cSld name="BLANK_1_1_1_1_1_1_1_1_1_1_1_4_2">
    <p:spTree>
      <p:nvGrpSpPr>
        <p:cNvPr id="46" name="Shape 46"/>
        <p:cNvGrpSpPr/>
        <p:nvPr/>
      </p:nvGrpSpPr>
      <p:grpSpPr>
        <a:xfrm>
          <a:off x="0" y="0"/>
          <a:ext cx="0" cy="0"/>
          <a:chOff x="0" y="0"/>
          <a:chExt cx="0" cy="0"/>
        </a:xfrm>
      </p:grpSpPr>
      <p:sp>
        <p:nvSpPr>
          <p:cNvPr id="47" name="Google Shape;47;p7"/>
          <p:cNvSpPr/>
          <p:nvPr/>
        </p:nvSpPr>
        <p:spPr>
          <a:xfrm flipH="1">
            <a:off x="-25" y="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8" name="Google Shape;48;p7"/>
          <p:cNvSpPr txBox="1"/>
          <p:nvPr>
            <p:ph type="title"/>
          </p:nvPr>
        </p:nvSpPr>
        <p:spPr>
          <a:xfrm>
            <a:off x="256025" y="213150"/>
            <a:ext cx="60540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49" name="Google Shape;49;p7"/>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50" name="Google Shape;50;p7"/>
          <p:cNvSpPr txBox="1"/>
          <p:nvPr>
            <p:ph idx="2"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51" name="Google Shape;51;p7"/>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ub-section 3">
  <p:cSld name="BLANK_1_1_1_1_1_1_1_1_1_1_1_4_1_1_1">
    <p:bg>
      <p:bgPr>
        <a:solidFill>
          <a:schemeClr val="dk1"/>
        </a:solidFill>
      </p:bgPr>
    </p:bg>
    <p:spTree>
      <p:nvGrpSpPr>
        <p:cNvPr id="52" name="Shape 52"/>
        <p:cNvGrpSpPr/>
        <p:nvPr/>
      </p:nvGrpSpPr>
      <p:grpSpPr>
        <a:xfrm>
          <a:off x="0" y="0"/>
          <a:ext cx="0" cy="0"/>
          <a:chOff x="0" y="0"/>
          <a:chExt cx="0" cy="0"/>
        </a:xfrm>
      </p:grpSpPr>
      <p:sp>
        <p:nvSpPr>
          <p:cNvPr id="53" name="Google Shape;53;p8"/>
          <p:cNvSpPr txBox="1"/>
          <p:nvPr>
            <p:ph type="title"/>
          </p:nvPr>
        </p:nvSpPr>
        <p:spPr>
          <a:xfrm>
            <a:off x="256025" y="213150"/>
            <a:ext cx="55836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54" name="Google Shape;54;p8"/>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5" name="Google Shape;55;p8"/>
          <p:cNvSpPr txBox="1"/>
          <p:nvPr>
            <p:ph idx="1" type="body"/>
          </p:nvPr>
        </p:nvSpPr>
        <p:spPr>
          <a:xfrm>
            <a:off x="255975" y="187672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i="1"/>
            </a:lvl1pPr>
            <a:lvl2pPr indent="-285750" lvl="1" marL="914400">
              <a:spcBef>
                <a:spcPts val="0"/>
              </a:spcBef>
              <a:spcAft>
                <a:spcPts val="0"/>
              </a:spcAft>
              <a:buClr>
                <a:schemeClr val="lt2"/>
              </a:buClr>
              <a:buSzPts val="900"/>
              <a:buFont typeface="Montserrat"/>
              <a:buChar char="○"/>
              <a:defRPr i="1"/>
            </a:lvl2pPr>
            <a:lvl3pPr indent="-285750" lvl="2" marL="1371600">
              <a:spcBef>
                <a:spcPts val="0"/>
              </a:spcBef>
              <a:spcAft>
                <a:spcPts val="0"/>
              </a:spcAft>
              <a:buClr>
                <a:schemeClr val="lt2"/>
              </a:buClr>
              <a:buSzPts val="900"/>
              <a:buFont typeface="Montserrat"/>
              <a:buChar char="■"/>
              <a:defRPr i="1"/>
            </a:lvl3pPr>
            <a:lvl4pPr indent="-285750" lvl="3" marL="1828800">
              <a:spcBef>
                <a:spcPts val="0"/>
              </a:spcBef>
              <a:spcAft>
                <a:spcPts val="0"/>
              </a:spcAft>
              <a:buClr>
                <a:schemeClr val="lt2"/>
              </a:buClr>
              <a:buSzPts val="900"/>
              <a:buFont typeface="Montserrat"/>
              <a:buChar char="●"/>
              <a:defRPr i="1"/>
            </a:lvl4pPr>
            <a:lvl5pPr indent="-285750" lvl="4" marL="2286000">
              <a:spcBef>
                <a:spcPts val="0"/>
              </a:spcBef>
              <a:spcAft>
                <a:spcPts val="0"/>
              </a:spcAft>
              <a:buClr>
                <a:schemeClr val="lt2"/>
              </a:buClr>
              <a:buSzPts val="900"/>
              <a:buFont typeface="Montserrat"/>
              <a:buChar char="○"/>
              <a:defRPr i="1"/>
            </a:lvl5pPr>
            <a:lvl6pPr indent="-285750" lvl="5" marL="2743200">
              <a:spcBef>
                <a:spcPts val="0"/>
              </a:spcBef>
              <a:spcAft>
                <a:spcPts val="0"/>
              </a:spcAft>
              <a:buClr>
                <a:schemeClr val="lt2"/>
              </a:buClr>
              <a:buSzPts val="900"/>
              <a:buFont typeface="Montserrat"/>
              <a:buChar char="■"/>
              <a:defRPr i="1"/>
            </a:lvl6pPr>
            <a:lvl7pPr indent="-285750" lvl="6" marL="3200400">
              <a:spcBef>
                <a:spcPts val="0"/>
              </a:spcBef>
              <a:spcAft>
                <a:spcPts val="0"/>
              </a:spcAft>
              <a:buClr>
                <a:schemeClr val="lt2"/>
              </a:buClr>
              <a:buSzPts val="900"/>
              <a:buFont typeface="Montserrat"/>
              <a:buChar char="●"/>
              <a:defRPr i="1"/>
            </a:lvl7pPr>
            <a:lvl8pPr indent="-285750" lvl="7" marL="3657600">
              <a:spcBef>
                <a:spcPts val="0"/>
              </a:spcBef>
              <a:spcAft>
                <a:spcPts val="0"/>
              </a:spcAft>
              <a:buClr>
                <a:schemeClr val="lt2"/>
              </a:buClr>
              <a:buSzPts val="900"/>
              <a:buFont typeface="Montserrat"/>
              <a:buChar char="○"/>
              <a:defRPr i="1"/>
            </a:lvl8pPr>
            <a:lvl9pPr indent="-285750" lvl="8" marL="4114800">
              <a:spcBef>
                <a:spcPts val="0"/>
              </a:spcBef>
              <a:spcAft>
                <a:spcPts val="0"/>
              </a:spcAft>
              <a:buClr>
                <a:schemeClr val="lt2"/>
              </a:buClr>
              <a:buSzPts val="900"/>
              <a:buFont typeface="Montserrat"/>
              <a:buChar char="■"/>
              <a:defRPr i="1"/>
            </a:lvl9pPr>
          </a:lstStyle>
          <a:p/>
        </p:txBody>
      </p:sp>
      <p:sp>
        <p:nvSpPr>
          <p:cNvPr id="56" name="Google Shape;56;p8"/>
          <p:cNvSpPr txBox="1"/>
          <p:nvPr>
            <p:ph idx="2" type="body"/>
          </p:nvPr>
        </p:nvSpPr>
        <p:spPr>
          <a:xfrm>
            <a:off x="25061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57" name="Google Shape;57;p8"/>
          <p:cNvSpPr txBox="1"/>
          <p:nvPr>
            <p:ph idx="3" type="body"/>
          </p:nvPr>
        </p:nvSpPr>
        <p:spPr>
          <a:xfrm>
            <a:off x="47563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58" name="Google Shape;58;p8"/>
          <p:cNvSpPr txBox="1"/>
          <p:nvPr>
            <p:ph idx="4" type="subTitle"/>
          </p:nvPr>
        </p:nvSpPr>
        <p:spPr>
          <a:xfrm>
            <a:off x="255975" y="1548360"/>
            <a:ext cx="4131900" cy="254400"/>
          </a:xfrm>
          <a:prstGeom prst="rect">
            <a:avLst/>
          </a:prstGeom>
        </p:spPr>
        <p:txBody>
          <a:bodyPr anchorCtr="0" anchor="t" bIns="0" lIns="0" spcFirstLastPara="1" rIns="0" wrap="square" tIns="0">
            <a:noAutofit/>
          </a:bodyPr>
          <a:lstStyle>
            <a:lvl1pPr lvl="0" algn="l">
              <a:spcBef>
                <a:spcPts val="0"/>
              </a:spcBef>
              <a:spcAft>
                <a:spcPts val="0"/>
              </a:spcAft>
              <a:buSzPts val="800"/>
              <a:buNone/>
              <a:defRPr sz="14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cxnSp>
        <p:nvCxnSpPr>
          <p:cNvPr id="59" name="Google Shape;59;p8"/>
          <p:cNvCxnSpPr>
            <a:stCxn id="60" idx="2"/>
            <a:endCxn id="61" idx="6"/>
          </p:cNvCxnSpPr>
          <p:nvPr/>
        </p:nvCxnSpPr>
        <p:spPr>
          <a:xfrm>
            <a:off x="7312308" y="609469"/>
            <a:ext cx="1831500" cy="0"/>
          </a:xfrm>
          <a:prstGeom prst="straightConnector1">
            <a:avLst/>
          </a:prstGeom>
          <a:noFill/>
          <a:ln cap="flat" cmpd="sng" w="9525">
            <a:solidFill>
              <a:schemeClr val="accent1"/>
            </a:solidFill>
            <a:prstDash val="solid"/>
            <a:round/>
            <a:headEnd len="med" w="med" type="none"/>
            <a:tailEnd len="med" w="med" type="none"/>
          </a:ln>
        </p:spPr>
      </p:cxnSp>
      <p:sp>
        <p:nvSpPr>
          <p:cNvPr id="61" name="Google Shape;61;p8"/>
          <p:cNvSpPr/>
          <p:nvPr/>
        </p:nvSpPr>
        <p:spPr>
          <a:xfrm>
            <a:off x="7925052" y="0"/>
            <a:ext cx="1218900" cy="1218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2" name="Google Shape;62;p8"/>
          <p:cNvSpPr/>
          <p:nvPr/>
        </p:nvSpPr>
        <p:spPr>
          <a:xfrm>
            <a:off x="7503454" y="189104"/>
            <a:ext cx="840900" cy="840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0" name="Google Shape;60;p8"/>
          <p:cNvSpPr/>
          <p:nvPr/>
        </p:nvSpPr>
        <p:spPr>
          <a:xfrm>
            <a:off x="7312308" y="403669"/>
            <a:ext cx="411600" cy="4116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1_1_1_1_1_1_1_1_1_1_3_1">
    <p:spTree>
      <p:nvGrpSpPr>
        <p:cNvPr id="63" name="Shape 63"/>
        <p:cNvGrpSpPr/>
        <p:nvPr/>
      </p:nvGrpSpPr>
      <p:grpSpPr>
        <a:xfrm>
          <a:off x="0" y="0"/>
          <a:ext cx="0" cy="0"/>
          <a:chOff x="0" y="0"/>
          <a:chExt cx="0" cy="0"/>
        </a:xfrm>
      </p:grpSpPr>
      <p:sp>
        <p:nvSpPr>
          <p:cNvPr id="64" name="Google Shape;64;p9"/>
          <p:cNvSpPr txBox="1"/>
          <p:nvPr>
            <p:ph idx="1" type="body"/>
          </p:nvPr>
        </p:nvSpPr>
        <p:spPr>
          <a:xfrm>
            <a:off x="255975" y="202007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65" name="Google Shape;65;p9"/>
          <p:cNvSpPr txBox="1"/>
          <p:nvPr>
            <p:ph idx="2" type="subTitle"/>
          </p:nvPr>
        </p:nvSpPr>
        <p:spPr>
          <a:xfrm>
            <a:off x="2559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66" name="Google Shape;66;p9"/>
          <p:cNvSpPr/>
          <p:nvPr/>
        </p:nvSpPr>
        <p:spPr>
          <a:xfrm flipH="1" rot="10800000">
            <a:off x="6692400"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7" name="Google Shape;67;p9"/>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68" name="Google Shape;68;p9"/>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69" name="Google Shape;69;p9"/>
          <p:cNvSpPr txBox="1"/>
          <p:nvPr>
            <p:ph idx="4" type="body"/>
          </p:nvPr>
        </p:nvSpPr>
        <p:spPr>
          <a:xfrm>
            <a:off x="255862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70" name="Google Shape;70;p9"/>
          <p:cNvSpPr txBox="1"/>
          <p:nvPr>
            <p:ph idx="5" type="subTitle"/>
          </p:nvPr>
        </p:nvSpPr>
        <p:spPr>
          <a:xfrm>
            <a:off x="25586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1" name="Google Shape;71;p9"/>
          <p:cNvSpPr txBox="1"/>
          <p:nvPr>
            <p:ph idx="6" type="body"/>
          </p:nvPr>
        </p:nvSpPr>
        <p:spPr>
          <a:xfrm>
            <a:off x="480877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72" name="Google Shape;72;p9"/>
          <p:cNvSpPr txBox="1"/>
          <p:nvPr>
            <p:ph idx="7" type="subTitle"/>
          </p:nvPr>
        </p:nvSpPr>
        <p:spPr>
          <a:xfrm>
            <a:off x="48087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3" name="Google Shape;73;p9"/>
          <p:cNvSpPr txBox="1"/>
          <p:nvPr>
            <p:ph idx="8" type="body"/>
          </p:nvPr>
        </p:nvSpPr>
        <p:spPr>
          <a:xfrm>
            <a:off x="6821675" y="2023213"/>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74" name="Google Shape;74;p9"/>
          <p:cNvSpPr txBox="1"/>
          <p:nvPr>
            <p:ph idx="9" type="subTitle"/>
          </p:nvPr>
        </p:nvSpPr>
        <p:spPr>
          <a:xfrm>
            <a:off x="70589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5" name="Google Shape;75;p9"/>
          <p:cNvSpPr txBox="1"/>
          <p:nvPr>
            <p:ph idx="13" type="subTitle"/>
          </p:nvPr>
        </p:nvSpPr>
        <p:spPr>
          <a:xfrm>
            <a:off x="2559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6" name="Google Shape;76;p9"/>
          <p:cNvSpPr txBox="1"/>
          <p:nvPr>
            <p:ph idx="14" type="subTitle"/>
          </p:nvPr>
        </p:nvSpPr>
        <p:spPr>
          <a:xfrm>
            <a:off x="25586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7" name="Google Shape;77;p9"/>
          <p:cNvSpPr txBox="1"/>
          <p:nvPr>
            <p:ph idx="15" type="subTitle"/>
          </p:nvPr>
        </p:nvSpPr>
        <p:spPr>
          <a:xfrm>
            <a:off x="48087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8" name="Google Shape;78;p9"/>
          <p:cNvSpPr txBox="1"/>
          <p:nvPr>
            <p:ph idx="16" type="subTitle"/>
          </p:nvPr>
        </p:nvSpPr>
        <p:spPr>
          <a:xfrm>
            <a:off x="70589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content display">
  <p:cSld name="BLANK_1_1_1_1_1_1_1_1_1_1_1_2_1_4">
    <p:bg>
      <p:bgPr>
        <a:solidFill>
          <a:schemeClr val="lt1"/>
        </a:solidFill>
      </p:bgPr>
    </p:bg>
    <p:spTree>
      <p:nvGrpSpPr>
        <p:cNvPr id="79" name="Shape 79"/>
        <p:cNvGrpSpPr/>
        <p:nvPr/>
      </p:nvGrpSpPr>
      <p:grpSpPr>
        <a:xfrm>
          <a:off x="0" y="0"/>
          <a:ext cx="0" cy="0"/>
          <a:chOff x="0" y="0"/>
          <a:chExt cx="0" cy="0"/>
        </a:xfrm>
      </p:grpSpPr>
      <p:sp>
        <p:nvSpPr>
          <p:cNvPr id="80" name="Google Shape;80;p10"/>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0"/>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2" name="Google Shape;82;p1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83" name="Google Shape;83;p10"/>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4" name="Google Shape;84;p10"/>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5" name="Google Shape;85;p10"/>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6" name="Google Shape;86;p10"/>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87" name="Google Shape;87;p10"/>
          <p:cNvCxnSpPr>
            <a:stCxn id="86" idx="7"/>
            <a:endCxn id="83"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88" name="Google Shape;88;p10"/>
          <p:cNvCxnSpPr>
            <a:stCxn id="86"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89" name="Google Shape;89;p10"/>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90" name="Google Shape;90;p10"/>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91" name="Google Shape;91;p10"/>
          <p:cNvSpPr txBox="1"/>
          <p:nvPr>
            <p:ph idx="2" type="body"/>
          </p:nvPr>
        </p:nvSpPr>
        <p:spPr>
          <a:xfrm>
            <a:off x="1994150" y="32310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92" name="Google Shape;92;p10"/>
          <p:cNvSpPr/>
          <p:nvPr>
            <p:ph idx="3" type="pic"/>
          </p:nvPr>
        </p:nvSpPr>
        <p:spPr>
          <a:xfrm>
            <a:off x="255950" y="2983150"/>
            <a:ext cx="1588200" cy="1904400"/>
          </a:xfrm>
          <a:prstGeom prst="rect">
            <a:avLst/>
          </a:prstGeom>
          <a:noFill/>
          <a:ln>
            <a:noFill/>
          </a:ln>
        </p:spPr>
      </p:sp>
      <p:sp>
        <p:nvSpPr>
          <p:cNvPr id="93" name="Google Shape;93;p10"/>
          <p:cNvSpPr txBox="1"/>
          <p:nvPr>
            <p:ph idx="4" type="subTitle"/>
          </p:nvPr>
        </p:nvSpPr>
        <p:spPr>
          <a:xfrm>
            <a:off x="1994150" y="29940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94" name="Google Shape;94;p10"/>
          <p:cNvSpPr txBox="1"/>
          <p:nvPr>
            <p:ph idx="5" type="body"/>
          </p:nvPr>
        </p:nvSpPr>
        <p:spPr>
          <a:xfrm>
            <a:off x="6429400" y="32318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95" name="Google Shape;95;p10"/>
          <p:cNvSpPr/>
          <p:nvPr>
            <p:ph idx="6" type="pic"/>
          </p:nvPr>
        </p:nvSpPr>
        <p:spPr>
          <a:xfrm>
            <a:off x="4691200" y="2983950"/>
            <a:ext cx="1588200" cy="1904400"/>
          </a:xfrm>
          <a:prstGeom prst="rect">
            <a:avLst/>
          </a:prstGeom>
          <a:noFill/>
          <a:ln>
            <a:noFill/>
          </a:ln>
        </p:spPr>
      </p:sp>
      <p:sp>
        <p:nvSpPr>
          <p:cNvPr id="96" name="Google Shape;96;p10"/>
          <p:cNvSpPr txBox="1"/>
          <p:nvPr>
            <p:ph idx="7" type="subTitle"/>
          </p:nvPr>
        </p:nvSpPr>
        <p:spPr>
          <a:xfrm>
            <a:off x="6429400" y="29948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97" name="Google Shape;97;p10"/>
          <p:cNvSpPr txBox="1"/>
          <p:nvPr>
            <p:ph idx="8"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2_1_3">
    <p:bg>
      <p:bgPr>
        <a:solidFill>
          <a:schemeClr val="dk2"/>
        </a:solidFill>
      </p:bgPr>
    </p:bg>
    <p:spTree>
      <p:nvGrpSpPr>
        <p:cNvPr id="98" name="Shape 98"/>
        <p:cNvGrpSpPr/>
        <p:nvPr/>
      </p:nvGrpSpPr>
      <p:grpSpPr>
        <a:xfrm>
          <a:off x="0" y="0"/>
          <a:ext cx="0" cy="0"/>
          <a:chOff x="0" y="0"/>
          <a:chExt cx="0" cy="0"/>
        </a:xfrm>
      </p:grpSpPr>
      <p:sp>
        <p:nvSpPr>
          <p:cNvPr id="99" name="Google Shape;99;p11"/>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0" name="Google Shape;100;p11"/>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1" name="Google Shape;101;p1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2" name="Google Shape;102;p11"/>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3" name="Google Shape;103;p11"/>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4" name="Google Shape;104;p11"/>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5" name="Google Shape;105;p11"/>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06" name="Google Shape;106;p11"/>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07" name="Google Shape;107;p11"/>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p:cSld name="BLANK_1_1_1_1_1_1_1_1_1_1_1_2_1_3_1">
    <p:bg>
      <p:bgPr>
        <a:solidFill>
          <a:schemeClr val="dk2"/>
        </a:solidFill>
      </p:bgPr>
    </p:bg>
    <p:spTree>
      <p:nvGrpSpPr>
        <p:cNvPr id="108" name="Shape 108"/>
        <p:cNvGrpSpPr/>
        <p:nvPr/>
      </p:nvGrpSpPr>
      <p:grpSpPr>
        <a:xfrm>
          <a:off x="0" y="0"/>
          <a:ext cx="0" cy="0"/>
          <a:chOff x="0" y="0"/>
          <a:chExt cx="0" cy="0"/>
        </a:xfrm>
      </p:grpSpPr>
      <p:sp>
        <p:nvSpPr>
          <p:cNvPr id="109" name="Google Shape;109;p12"/>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0" name="Google Shape;110;p12"/>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1" name="Google Shape;111;p1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2" name="Google Shape;112;p12"/>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3" name="Google Shape;113;p12"/>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4" name="Google Shape;114;p12"/>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5" name="Google Shape;115;p12"/>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16" name="Google Shape;116;p12"/>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17" name="Google Shape;117;p12"/>
          <p:cNvSpPr txBox="1"/>
          <p:nvPr>
            <p:ph idx="2" type="body"/>
          </p:nvPr>
        </p:nvSpPr>
        <p:spPr>
          <a:xfrm>
            <a:off x="4441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8" name="Google Shape;118;p12"/>
          <p:cNvSpPr txBox="1"/>
          <p:nvPr>
            <p:ph idx="3" type="body"/>
          </p:nvPr>
        </p:nvSpPr>
        <p:spPr>
          <a:xfrm>
            <a:off x="3370950"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9" name="Google Shape;119;p12"/>
          <p:cNvSpPr txBox="1"/>
          <p:nvPr>
            <p:ph idx="4" type="body"/>
          </p:nvPr>
        </p:nvSpPr>
        <p:spPr>
          <a:xfrm>
            <a:off x="62977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20" name="Google Shape;120;p12"/>
          <p:cNvSpPr txBox="1"/>
          <p:nvPr>
            <p:ph idx="5" type="title"/>
          </p:nvPr>
        </p:nvSpPr>
        <p:spPr>
          <a:xfrm>
            <a:off x="44412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1" name="Google Shape;121;p12"/>
          <p:cNvSpPr txBox="1"/>
          <p:nvPr>
            <p:ph idx="6" type="title"/>
          </p:nvPr>
        </p:nvSpPr>
        <p:spPr>
          <a:xfrm>
            <a:off x="3370950"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2" name="Google Shape;122;p12"/>
          <p:cNvSpPr txBox="1"/>
          <p:nvPr>
            <p:ph idx="7" type="title"/>
          </p:nvPr>
        </p:nvSpPr>
        <p:spPr>
          <a:xfrm>
            <a:off x="629777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6">
  <p:cSld name="BLANK_1_1_1_1_1_1_1_1_1_1_1_2_1_2_2">
    <p:spTree>
      <p:nvGrpSpPr>
        <p:cNvPr id="123" name="Shape 123"/>
        <p:cNvGrpSpPr/>
        <p:nvPr/>
      </p:nvGrpSpPr>
      <p:grpSpPr>
        <a:xfrm>
          <a:off x="0" y="0"/>
          <a:ext cx="0" cy="0"/>
          <a:chOff x="0" y="0"/>
          <a:chExt cx="0" cy="0"/>
        </a:xfrm>
      </p:grpSpPr>
      <p:sp>
        <p:nvSpPr>
          <p:cNvPr id="124" name="Google Shape;124;p1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5" name="Google Shape;125;p13"/>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26" name="Google Shape;126;p13"/>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27" name="Google Shape;127;p13"/>
          <p:cNvSpPr txBox="1"/>
          <p:nvPr>
            <p:ph idx="3"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28" name="Google Shape;128;p13"/>
          <p:cNvSpPr txBox="1"/>
          <p:nvPr>
            <p:ph idx="4"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29" name="Google Shape;129;p13"/>
          <p:cNvSpPr txBox="1"/>
          <p:nvPr>
            <p:ph idx="5"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30" name="Google Shape;130;p13"/>
          <p:cNvSpPr txBox="1"/>
          <p:nvPr>
            <p:ph idx="6"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31" name="Google Shape;131;p13"/>
          <p:cNvSpPr txBox="1"/>
          <p:nvPr>
            <p:ph idx="7" type="title"/>
          </p:nvPr>
        </p:nvSpPr>
        <p:spPr>
          <a:xfrm>
            <a:off x="6670325"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32" name="Google Shape;132;p13"/>
          <p:cNvSpPr txBox="1"/>
          <p:nvPr>
            <p:ph idx="8"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7">
  <p:cSld name="BLANK_1_1_1_1_1_1_1_1_1_1_1_2_1_2_2_1">
    <p:bg>
      <p:bgPr>
        <a:solidFill>
          <a:schemeClr val="dk2"/>
        </a:solidFill>
      </p:bgPr>
    </p:bg>
    <p:spTree>
      <p:nvGrpSpPr>
        <p:cNvPr id="133" name="Shape 133"/>
        <p:cNvGrpSpPr/>
        <p:nvPr/>
      </p:nvGrpSpPr>
      <p:grpSpPr>
        <a:xfrm>
          <a:off x="0" y="0"/>
          <a:ext cx="0" cy="0"/>
          <a:chOff x="0" y="0"/>
          <a:chExt cx="0" cy="0"/>
        </a:xfrm>
      </p:grpSpPr>
      <p:sp>
        <p:nvSpPr>
          <p:cNvPr id="134" name="Google Shape;134;p14"/>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35" name="Google Shape;135;p14"/>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36" name="Google Shape;136;p14"/>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37" name="Google Shape;137;p14"/>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38" name="Google Shape;138;p14"/>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39" name="Google Shape;139;p14"/>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0" name="Google Shape;140;p14"/>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1" name="Google Shape;141;p14"/>
          <p:cNvSpPr txBox="1"/>
          <p:nvPr>
            <p:ph idx="2"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42" name="Google Shape;142;p14"/>
          <p:cNvSpPr txBox="1"/>
          <p:nvPr>
            <p:ph idx="3"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43" name="Google Shape;143;p14"/>
          <p:cNvSpPr txBox="1"/>
          <p:nvPr>
            <p:ph idx="4"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44" name="Google Shape;144;p14"/>
          <p:cNvSpPr txBox="1"/>
          <p:nvPr>
            <p:ph idx="5"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45" name="Google Shape;145;p14"/>
          <p:cNvSpPr txBox="1"/>
          <p:nvPr>
            <p:ph idx="6" type="title"/>
          </p:nvPr>
        </p:nvSpPr>
        <p:spPr>
          <a:xfrm>
            <a:off x="6670325" y="3410283"/>
            <a:ext cx="1899300" cy="714900"/>
          </a:xfrm>
          <a:prstGeom prst="rect">
            <a:avLst/>
          </a:prstGeom>
        </p:spPr>
        <p:txBody>
          <a:bodyPr anchorCtr="0" anchor="t" bIns="91425" lIns="91425" spcFirstLastPara="1" rIns="91425" wrap="square" tIns="91425">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46" name="Google Shape;146;p14"/>
          <p:cNvSpPr txBox="1"/>
          <p:nvPr>
            <p:ph idx="7"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8">
  <p:cSld name="BLANK_1_1_1_1_1_1_1_1_1_1_1_2_1_5">
    <p:bg>
      <p:bgPr>
        <a:solidFill>
          <a:schemeClr val="lt1"/>
        </a:solidFill>
      </p:bgPr>
    </p:bg>
    <p:spTree>
      <p:nvGrpSpPr>
        <p:cNvPr id="147" name="Shape 147"/>
        <p:cNvGrpSpPr/>
        <p:nvPr/>
      </p:nvGrpSpPr>
      <p:grpSpPr>
        <a:xfrm>
          <a:off x="0" y="0"/>
          <a:ext cx="0" cy="0"/>
          <a:chOff x="0" y="0"/>
          <a:chExt cx="0" cy="0"/>
        </a:xfrm>
      </p:grpSpPr>
      <p:sp>
        <p:nvSpPr>
          <p:cNvPr id="148" name="Google Shape;148;p15"/>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5"/>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0" name="Google Shape;150;p1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1" name="Google Shape;151;p15"/>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2" name="Google Shape;152;p15"/>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3" name="Google Shape;153;p15"/>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4" name="Google Shape;154;p15"/>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55" name="Google Shape;155;p15"/>
          <p:cNvCxnSpPr>
            <a:stCxn id="154" idx="7"/>
            <a:endCxn id="151"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15"/>
          <p:cNvCxnSpPr>
            <a:stCxn id="154"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57" name="Google Shape;157;p15"/>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58" name="Google Shape;158;p15"/>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9" name="Google Shape;159;p15"/>
          <p:cNvSpPr txBox="1"/>
          <p:nvPr>
            <p:ph idx="2" type="title"/>
          </p:nvPr>
        </p:nvSpPr>
        <p:spPr>
          <a:xfrm>
            <a:off x="112425"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60" name="Google Shape;160;p15"/>
          <p:cNvSpPr txBox="1"/>
          <p:nvPr>
            <p:ph idx="3" type="subTitle"/>
          </p:nvPr>
        </p:nvSpPr>
        <p:spPr>
          <a:xfrm>
            <a:off x="459075"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61" name="Google Shape;161;p15"/>
          <p:cNvSpPr txBox="1"/>
          <p:nvPr>
            <p:ph idx="4" type="title"/>
          </p:nvPr>
        </p:nvSpPr>
        <p:spPr>
          <a:xfrm>
            <a:off x="4718600"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62" name="Google Shape;162;p15"/>
          <p:cNvSpPr txBox="1"/>
          <p:nvPr>
            <p:ph idx="5" type="subTitle"/>
          </p:nvPr>
        </p:nvSpPr>
        <p:spPr>
          <a:xfrm>
            <a:off x="5065250"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63" name="Google Shape;163;p15"/>
          <p:cNvSpPr txBox="1"/>
          <p:nvPr>
            <p:ph idx="6" type="body"/>
          </p:nvPr>
        </p:nvSpPr>
        <p:spPr>
          <a:xfrm>
            <a:off x="6880375"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4" name="Google Shape;164;p15"/>
          <p:cNvSpPr txBox="1"/>
          <p:nvPr>
            <p:ph idx="7" type="subTitle"/>
          </p:nvPr>
        </p:nvSpPr>
        <p:spPr>
          <a:xfrm>
            <a:off x="6880375"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65" name="Google Shape;165;p15"/>
          <p:cNvSpPr txBox="1"/>
          <p:nvPr>
            <p:ph idx="8" type="subTitle"/>
          </p:nvPr>
        </p:nvSpPr>
        <p:spPr>
          <a:xfrm>
            <a:off x="2274000"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66" name="Google Shape;166;p15"/>
          <p:cNvSpPr txBox="1"/>
          <p:nvPr>
            <p:ph idx="9" type="body"/>
          </p:nvPr>
        </p:nvSpPr>
        <p:spPr>
          <a:xfrm>
            <a:off x="2274000"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9">
  <p:cSld name="BLANK_1_1_1_1_1_1_1_1_1_1_1_2_1_6">
    <p:bg>
      <p:bgPr>
        <a:solidFill>
          <a:schemeClr val="lt1"/>
        </a:solidFill>
      </p:bgPr>
    </p:bg>
    <p:spTree>
      <p:nvGrpSpPr>
        <p:cNvPr id="167" name="Shape 167"/>
        <p:cNvGrpSpPr/>
        <p:nvPr/>
      </p:nvGrpSpPr>
      <p:grpSpPr>
        <a:xfrm>
          <a:off x="0" y="0"/>
          <a:ext cx="0" cy="0"/>
          <a:chOff x="0" y="0"/>
          <a:chExt cx="0" cy="0"/>
        </a:xfrm>
      </p:grpSpPr>
      <p:sp>
        <p:nvSpPr>
          <p:cNvPr id="168" name="Google Shape;168;p16"/>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9" name="Google Shape;169;p16"/>
          <p:cNvSpPr txBox="1"/>
          <p:nvPr>
            <p:ph idx="1" type="body"/>
          </p:nvPr>
        </p:nvSpPr>
        <p:spPr>
          <a:xfrm>
            <a:off x="422609"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0" name="Google Shape;170;p16"/>
          <p:cNvSpPr txBox="1"/>
          <p:nvPr>
            <p:ph idx="2" type="body"/>
          </p:nvPr>
        </p:nvSpPr>
        <p:spPr>
          <a:xfrm>
            <a:off x="2614838"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1" name="Google Shape;171;p16"/>
          <p:cNvSpPr txBox="1"/>
          <p:nvPr>
            <p:ph idx="3" type="body"/>
          </p:nvPr>
        </p:nvSpPr>
        <p:spPr>
          <a:xfrm>
            <a:off x="4785550"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2" name="Google Shape;172;p16"/>
          <p:cNvSpPr txBox="1"/>
          <p:nvPr>
            <p:ph idx="4" type="body"/>
          </p:nvPr>
        </p:nvSpPr>
        <p:spPr>
          <a:xfrm>
            <a:off x="6956263"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73" name="Google Shape;173;p16"/>
          <p:cNvSpPr txBox="1"/>
          <p:nvPr>
            <p:ph type="title"/>
          </p:nvPr>
        </p:nvSpPr>
        <p:spPr>
          <a:xfrm>
            <a:off x="422609"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4" name="Google Shape;174;p16"/>
          <p:cNvSpPr txBox="1"/>
          <p:nvPr>
            <p:ph idx="5" type="title"/>
          </p:nvPr>
        </p:nvSpPr>
        <p:spPr>
          <a:xfrm>
            <a:off x="2614838"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5" name="Google Shape;175;p16"/>
          <p:cNvSpPr txBox="1"/>
          <p:nvPr>
            <p:ph idx="6" type="title"/>
          </p:nvPr>
        </p:nvSpPr>
        <p:spPr>
          <a:xfrm>
            <a:off x="4785550" y="3094675"/>
            <a:ext cx="1728600" cy="369300"/>
          </a:xfrm>
          <a:prstGeom prst="rect">
            <a:avLst/>
          </a:prstGeom>
        </p:spPr>
        <p:txBody>
          <a:bodyPr anchorCtr="0" anchor="t" bIns="91425" lIns="91425" spcFirstLastPara="1" rIns="91425" wrap="square" tIns="91425">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6" name="Google Shape;176;p16"/>
          <p:cNvSpPr txBox="1"/>
          <p:nvPr>
            <p:ph idx="7" type="title"/>
          </p:nvPr>
        </p:nvSpPr>
        <p:spPr>
          <a:xfrm>
            <a:off x="6956263"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7" name="Google Shape;177;p16"/>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6"/>
          <p:cNvSpPr txBox="1"/>
          <p:nvPr>
            <p:ph idx="8"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9" name="Google Shape;179;p16"/>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0" name="Google Shape;180;p16"/>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1" name="Google Shape;181;p16"/>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2" name="Google Shape;182;p16"/>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83" name="Google Shape;183;p16"/>
          <p:cNvCxnSpPr>
            <a:stCxn id="182" idx="7"/>
            <a:endCxn id="179"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84" name="Google Shape;184;p16"/>
          <p:cNvCxnSpPr>
            <a:stCxn id="182"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16"/>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86" name="Google Shape;186;p16"/>
          <p:cNvSpPr txBox="1"/>
          <p:nvPr>
            <p:ph idx="9"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content display">
  <p:cSld name="BLANK_1_1_1_1_1_1_1_1_1_1_1_2_1_2_1">
    <p:spTree>
      <p:nvGrpSpPr>
        <p:cNvPr id="187" name="Shape 187"/>
        <p:cNvGrpSpPr/>
        <p:nvPr/>
      </p:nvGrpSpPr>
      <p:grpSpPr>
        <a:xfrm>
          <a:off x="0" y="0"/>
          <a:ext cx="0" cy="0"/>
          <a:chOff x="0" y="0"/>
          <a:chExt cx="0" cy="0"/>
        </a:xfrm>
      </p:grpSpPr>
      <p:sp>
        <p:nvSpPr>
          <p:cNvPr id="188" name="Google Shape;188;p17"/>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cxnSp>
        <p:nvCxnSpPr>
          <p:cNvPr id="189" name="Google Shape;189;p17"/>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190" name="Google Shape;190;p17"/>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91" name="Google Shape;191;p17"/>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92" name="Google Shape;192;p17"/>
          <p:cNvSpPr txBox="1"/>
          <p:nvPr>
            <p:ph idx="3" type="body"/>
          </p:nvPr>
        </p:nvSpPr>
        <p:spPr>
          <a:xfrm>
            <a:off x="3582350" y="3224900"/>
            <a:ext cx="36396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93" name="Google Shape;193;p17"/>
          <p:cNvSpPr txBox="1"/>
          <p:nvPr>
            <p:ph idx="4" type="subTitle"/>
          </p:nvPr>
        </p:nvSpPr>
        <p:spPr>
          <a:xfrm>
            <a:off x="3582350" y="2987900"/>
            <a:ext cx="36396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94" name="Google Shape;194;p17"/>
          <p:cNvSpPr/>
          <p:nvPr>
            <p:ph idx="5" type="pic"/>
          </p:nvPr>
        </p:nvSpPr>
        <p:spPr>
          <a:xfrm>
            <a:off x="256025" y="2987900"/>
            <a:ext cx="3176400" cy="1904400"/>
          </a:xfrm>
          <a:prstGeom prst="rect">
            <a:avLst/>
          </a:prstGeom>
          <a:noFill/>
          <a:ln>
            <a:noFill/>
          </a:ln>
        </p:spPr>
      </p:sp>
      <p:sp>
        <p:nvSpPr>
          <p:cNvPr id="195" name="Google Shape;195;p17"/>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SzPts val="800"/>
              <a:buFont typeface="Montserrat"/>
              <a:buNone/>
              <a:defRPr/>
            </a:lvl1pPr>
            <a:lvl2pPr lvl="1">
              <a:spcBef>
                <a:spcPts val="0"/>
              </a:spcBef>
              <a:spcAft>
                <a:spcPts val="0"/>
              </a:spcAft>
              <a:buSzPts val="800"/>
              <a:buFont typeface="Montserrat"/>
              <a:buNone/>
              <a:defRPr/>
            </a:lvl2pPr>
            <a:lvl3pPr lvl="2">
              <a:spcBef>
                <a:spcPts val="0"/>
              </a:spcBef>
              <a:spcAft>
                <a:spcPts val="0"/>
              </a:spcAft>
              <a:buSzPts val="800"/>
              <a:buFont typeface="Montserrat"/>
              <a:buNone/>
              <a:defRPr/>
            </a:lvl3pPr>
            <a:lvl4pPr lvl="3">
              <a:spcBef>
                <a:spcPts val="0"/>
              </a:spcBef>
              <a:spcAft>
                <a:spcPts val="0"/>
              </a:spcAft>
              <a:buSzPts val="800"/>
              <a:buFont typeface="Montserrat"/>
              <a:buNone/>
              <a:defRPr/>
            </a:lvl4pPr>
            <a:lvl5pPr lvl="4">
              <a:spcBef>
                <a:spcPts val="0"/>
              </a:spcBef>
              <a:spcAft>
                <a:spcPts val="0"/>
              </a:spcAft>
              <a:buSzPts val="800"/>
              <a:buFont typeface="Montserrat"/>
              <a:buNone/>
              <a:defRPr/>
            </a:lvl5pPr>
            <a:lvl6pPr lvl="5">
              <a:spcBef>
                <a:spcPts val="0"/>
              </a:spcBef>
              <a:spcAft>
                <a:spcPts val="0"/>
              </a:spcAft>
              <a:buSzPts val="800"/>
              <a:buFont typeface="Montserrat"/>
              <a:buNone/>
              <a:defRPr/>
            </a:lvl6pPr>
            <a:lvl7pPr lvl="6">
              <a:spcBef>
                <a:spcPts val="0"/>
              </a:spcBef>
              <a:spcAft>
                <a:spcPts val="0"/>
              </a:spcAft>
              <a:buSzPts val="800"/>
              <a:buFont typeface="Montserrat"/>
              <a:buNone/>
              <a:defRPr/>
            </a:lvl7pPr>
            <a:lvl8pPr lvl="7">
              <a:spcBef>
                <a:spcPts val="0"/>
              </a:spcBef>
              <a:spcAft>
                <a:spcPts val="0"/>
              </a:spcAft>
              <a:buSzPts val="800"/>
              <a:buFont typeface="Montserrat"/>
              <a:buNone/>
              <a:defRPr/>
            </a:lvl8pPr>
            <a:lvl9pPr lvl="8">
              <a:spcBef>
                <a:spcPts val="0"/>
              </a:spcBef>
              <a:spcAft>
                <a:spcPts val="0"/>
              </a:spcAft>
              <a:buSzPts val="800"/>
              <a:buFont typeface="Montserrat"/>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with image">
  <p:cSld name="BLANK_1_1_1_1_1_1_1_1_1_1_1_2_1_2_1_1">
    <p:bg>
      <p:bgPr>
        <a:solidFill>
          <a:schemeClr val="lt1"/>
        </a:solidFill>
      </p:bgPr>
    </p:bg>
    <p:spTree>
      <p:nvGrpSpPr>
        <p:cNvPr id="196" name="Shape 196"/>
        <p:cNvGrpSpPr/>
        <p:nvPr/>
      </p:nvGrpSpPr>
      <p:grpSpPr>
        <a:xfrm>
          <a:off x="0" y="0"/>
          <a:ext cx="0" cy="0"/>
          <a:chOff x="0" y="0"/>
          <a:chExt cx="0" cy="0"/>
        </a:xfrm>
      </p:grpSpPr>
      <p:sp>
        <p:nvSpPr>
          <p:cNvPr id="197" name="Google Shape;197;p18"/>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98" name="Google Shape;198;p18"/>
          <p:cNvSpPr/>
          <p:nvPr>
            <p:ph idx="2" type="pic"/>
          </p:nvPr>
        </p:nvSpPr>
        <p:spPr>
          <a:xfrm>
            <a:off x="6565675" y="6375"/>
            <a:ext cx="2578200" cy="5143500"/>
          </a:xfrm>
          <a:prstGeom prst="rect">
            <a:avLst/>
          </a:prstGeom>
          <a:noFill/>
          <a:ln>
            <a:noFill/>
          </a:ln>
        </p:spPr>
      </p:sp>
      <p:sp>
        <p:nvSpPr>
          <p:cNvPr id="199" name="Google Shape;199;p18"/>
          <p:cNvSpPr txBox="1"/>
          <p:nvPr>
            <p:ph idx="1" type="body"/>
          </p:nvPr>
        </p:nvSpPr>
        <p:spPr>
          <a:xfrm>
            <a:off x="256600" y="167290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00" name="Google Shape;200;p18"/>
          <p:cNvSpPr txBox="1"/>
          <p:nvPr>
            <p:ph idx="3" type="title"/>
          </p:nvPr>
        </p:nvSpPr>
        <p:spPr>
          <a:xfrm>
            <a:off x="256600"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01" name="Google Shape;201;p18"/>
          <p:cNvSpPr txBox="1"/>
          <p:nvPr>
            <p:ph idx="4" type="body"/>
          </p:nvPr>
        </p:nvSpPr>
        <p:spPr>
          <a:xfrm>
            <a:off x="256600" y="3630275"/>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02" name="Google Shape;202;p18"/>
          <p:cNvSpPr txBox="1"/>
          <p:nvPr>
            <p:ph idx="5" type="title"/>
          </p:nvPr>
        </p:nvSpPr>
        <p:spPr>
          <a:xfrm>
            <a:off x="256600" y="3341200"/>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03" name="Google Shape;203;p18"/>
          <p:cNvSpPr txBox="1"/>
          <p:nvPr>
            <p:ph idx="6" type="body"/>
          </p:nvPr>
        </p:nvSpPr>
        <p:spPr>
          <a:xfrm>
            <a:off x="2582375" y="167290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04" name="Google Shape;204;p18"/>
          <p:cNvSpPr txBox="1"/>
          <p:nvPr>
            <p:ph idx="7" type="title"/>
          </p:nvPr>
        </p:nvSpPr>
        <p:spPr>
          <a:xfrm>
            <a:off x="2582375"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1_1_1_1_1_1_1_1_2_1_2_1_1_1">
    <p:bg>
      <p:bgPr>
        <a:solidFill>
          <a:schemeClr val="dk2"/>
        </a:solidFill>
      </p:bgPr>
    </p:bg>
    <p:spTree>
      <p:nvGrpSpPr>
        <p:cNvPr id="205" name="Shape 205"/>
        <p:cNvGrpSpPr/>
        <p:nvPr/>
      </p:nvGrpSpPr>
      <p:grpSpPr>
        <a:xfrm>
          <a:off x="0" y="0"/>
          <a:ext cx="0" cy="0"/>
          <a:chOff x="0" y="0"/>
          <a:chExt cx="0" cy="0"/>
        </a:xfrm>
      </p:grpSpPr>
      <p:sp>
        <p:nvSpPr>
          <p:cNvPr id="206" name="Google Shape;206;p19"/>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07" name="Google Shape;207;p19"/>
          <p:cNvSpPr/>
          <p:nvPr/>
        </p:nvSpPr>
        <p:spPr>
          <a:xfrm flipH="1" rot="10800000">
            <a:off x="5434850" y="1434600"/>
            <a:ext cx="3709200" cy="3708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8" name="Google Shape;208;p19"/>
          <p:cNvSpPr txBox="1"/>
          <p:nvPr>
            <p:ph idx="1" type="body"/>
          </p:nvPr>
        </p:nvSpPr>
        <p:spPr>
          <a:xfrm>
            <a:off x="566475" y="1548175"/>
            <a:ext cx="3639600" cy="8859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09" name="Google Shape;209;p19"/>
          <p:cNvSpPr txBox="1"/>
          <p:nvPr>
            <p:ph idx="2" type="title"/>
          </p:nvPr>
        </p:nvSpPr>
        <p:spPr>
          <a:xfrm>
            <a:off x="566475"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10" name="Google Shape;210;p19"/>
          <p:cNvSpPr txBox="1"/>
          <p:nvPr>
            <p:ph idx="3" type="body"/>
          </p:nvPr>
        </p:nvSpPr>
        <p:spPr>
          <a:xfrm>
            <a:off x="4937950" y="1548175"/>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1" name="Google Shape;211;p19"/>
          <p:cNvSpPr txBox="1"/>
          <p:nvPr>
            <p:ph idx="4" type="title"/>
          </p:nvPr>
        </p:nvSpPr>
        <p:spPr>
          <a:xfrm>
            <a:off x="4937950"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12" name="Google Shape;212;p19"/>
          <p:cNvSpPr txBox="1"/>
          <p:nvPr>
            <p:ph idx="5" type="body"/>
          </p:nvPr>
        </p:nvSpPr>
        <p:spPr>
          <a:xfrm>
            <a:off x="4937925"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3" name="Google Shape;213;p19"/>
          <p:cNvSpPr txBox="1"/>
          <p:nvPr>
            <p:ph idx="6" type="title"/>
          </p:nvPr>
        </p:nvSpPr>
        <p:spPr>
          <a:xfrm>
            <a:off x="4937925" y="3242950"/>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14" name="Google Shape;214;p19"/>
          <p:cNvSpPr txBox="1"/>
          <p:nvPr>
            <p:ph idx="7" type="body"/>
          </p:nvPr>
        </p:nvSpPr>
        <p:spPr>
          <a:xfrm>
            <a:off x="566500"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5" name="Google Shape;215;p19"/>
          <p:cNvSpPr txBox="1"/>
          <p:nvPr>
            <p:ph idx="8" type="title"/>
          </p:nvPr>
        </p:nvSpPr>
        <p:spPr>
          <a:xfrm>
            <a:off x="566500" y="3242950"/>
            <a:ext cx="3639600" cy="189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16" name="Google Shape;216;p19"/>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BLANK_1_1_1_1_1_1_1_1_1_1_1_1">
    <p:spTree>
      <p:nvGrpSpPr>
        <p:cNvPr id="217" name="Shape 217"/>
        <p:cNvGrpSpPr/>
        <p:nvPr/>
      </p:nvGrpSpPr>
      <p:grpSpPr>
        <a:xfrm>
          <a:off x="0" y="0"/>
          <a:ext cx="0" cy="0"/>
          <a:chOff x="0" y="0"/>
          <a:chExt cx="0" cy="0"/>
        </a:xfrm>
      </p:grpSpPr>
      <p:sp>
        <p:nvSpPr>
          <p:cNvPr id="218" name="Google Shape;218;p20"/>
          <p:cNvSpPr/>
          <p:nvPr/>
        </p:nvSpPr>
        <p:spPr>
          <a:xfrm flipH="1" rot="10800000">
            <a:off x="6711875"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19" name="Google Shape;219;p20"/>
          <p:cNvSpPr txBox="1"/>
          <p:nvPr>
            <p:ph idx="1" type="subTitle"/>
          </p:nvPr>
        </p:nvSpPr>
        <p:spPr>
          <a:xfrm>
            <a:off x="4994475" y="10935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0" name="Google Shape;220;p20"/>
          <p:cNvSpPr txBox="1"/>
          <p:nvPr>
            <p:ph idx="2" type="subTitle"/>
          </p:nvPr>
        </p:nvSpPr>
        <p:spPr>
          <a:xfrm>
            <a:off x="4994475" y="17213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1" name="Google Shape;221;p20"/>
          <p:cNvSpPr txBox="1"/>
          <p:nvPr>
            <p:ph idx="3" type="subTitle"/>
          </p:nvPr>
        </p:nvSpPr>
        <p:spPr>
          <a:xfrm>
            <a:off x="4994475" y="234925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2" name="Google Shape;222;p20"/>
          <p:cNvSpPr txBox="1"/>
          <p:nvPr>
            <p:ph idx="4" type="subTitle"/>
          </p:nvPr>
        </p:nvSpPr>
        <p:spPr>
          <a:xfrm>
            <a:off x="4994475" y="297712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3" name="Google Shape;223;p20"/>
          <p:cNvSpPr txBox="1"/>
          <p:nvPr>
            <p:ph idx="5" type="subTitle"/>
          </p:nvPr>
        </p:nvSpPr>
        <p:spPr>
          <a:xfrm>
            <a:off x="4994475" y="36050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4" name="Google Shape;224;p20"/>
          <p:cNvSpPr txBox="1"/>
          <p:nvPr>
            <p:ph idx="6" type="subTitle"/>
          </p:nvPr>
        </p:nvSpPr>
        <p:spPr>
          <a:xfrm>
            <a:off x="4994475" y="42328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5" name="Google Shape;225;p20"/>
          <p:cNvSpPr/>
          <p:nvPr>
            <p:ph idx="7" type="pic"/>
          </p:nvPr>
        </p:nvSpPr>
        <p:spPr>
          <a:xfrm>
            <a:off x="50" y="1278300"/>
            <a:ext cx="4285500" cy="3865200"/>
          </a:xfrm>
          <a:prstGeom prst="rect">
            <a:avLst/>
          </a:prstGeom>
          <a:noFill/>
          <a:ln>
            <a:noFill/>
          </a:ln>
        </p:spPr>
      </p:sp>
      <p:sp>
        <p:nvSpPr>
          <p:cNvPr id="226" name="Google Shape;226;p2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7" name="Google Shape;227;p20"/>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228" name="Google Shape;228;p20"/>
          <p:cNvSpPr txBox="1"/>
          <p:nvPr>
            <p:ph idx="9" type="subTitle"/>
          </p:nvPr>
        </p:nvSpPr>
        <p:spPr>
          <a:xfrm>
            <a:off x="5343675" y="10935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29" name="Google Shape;229;p20"/>
          <p:cNvSpPr txBox="1"/>
          <p:nvPr>
            <p:ph idx="13" type="subTitle"/>
          </p:nvPr>
        </p:nvSpPr>
        <p:spPr>
          <a:xfrm>
            <a:off x="5343675" y="17213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30" name="Google Shape;230;p20"/>
          <p:cNvSpPr txBox="1"/>
          <p:nvPr>
            <p:ph idx="14" type="subTitle"/>
          </p:nvPr>
        </p:nvSpPr>
        <p:spPr>
          <a:xfrm>
            <a:off x="5343675" y="234925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31" name="Google Shape;231;p20"/>
          <p:cNvSpPr txBox="1"/>
          <p:nvPr>
            <p:ph idx="15" type="subTitle"/>
          </p:nvPr>
        </p:nvSpPr>
        <p:spPr>
          <a:xfrm>
            <a:off x="5343675" y="297712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32" name="Google Shape;232;p20"/>
          <p:cNvSpPr txBox="1"/>
          <p:nvPr>
            <p:ph idx="16" type="subTitle"/>
          </p:nvPr>
        </p:nvSpPr>
        <p:spPr>
          <a:xfrm>
            <a:off x="5343675" y="36050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33" name="Google Shape;233;p20"/>
          <p:cNvSpPr txBox="1"/>
          <p:nvPr>
            <p:ph idx="17" type="subTitle"/>
          </p:nvPr>
        </p:nvSpPr>
        <p:spPr>
          <a:xfrm>
            <a:off x="5343675" y="42328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alt">
  <p:cSld name="BLANK_1_1_1_1_1_1_1_1_1_1_1_1_1_1_1_1_1_1_1">
    <p:spTree>
      <p:nvGrpSpPr>
        <p:cNvPr id="234" name="Shape 234"/>
        <p:cNvGrpSpPr/>
        <p:nvPr/>
      </p:nvGrpSpPr>
      <p:grpSpPr>
        <a:xfrm>
          <a:off x="0" y="0"/>
          <a:ext cx="0" cy="0"/>
          <a:chOff x="0" y="0"/>
          <a:chExt cx="0" cy="0"/>
        </a:xfrm>
      </p:grpSpPr>
      <p:sp>
        <p:nvSpPr>
          <p:cNvPr id="235" name="Google Shape;235;p21"/>
          <p:cNvSpPr txBox="1"/>
          <p:nvPr>
            <p:ph idx="1" type="body"/>
          </p:nvPr>
        </p:nvSpPr>
        <p:spPr>
          <a:xfrm>
            <a:off x="256025"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6" name="Google Shape;236;p21"/>
          <p:cNvSpPr txBox="1"/>
          <p:nvPr>
            <p:ph idx="2" type="body"/>
          </p:nvPr>
        </p:nvSpPr>
        <p:spPr>
          <a:xfrm>
            <a:off x="3241424"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7" name="Google Shape;237;p21"/>
          <p:cNvSpPr txBox="1"/>
          <p:nvPr>
            <p:ph idx="3" type="body"/>
          </p:nvPr>
        </p:nvSpPr>
        <p:spPr>
          <a:xfrm>
            <a:off x="6226798"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8" name="Google Shape;238;p21"/>
          <p:cNvSpPr/>
          <p:nvPr>
            <p:ph idx="4" type="pic"/>
          </p:nvPr>
        </p:nvSpPr>
        <p:spPr>
          <a:xfrm>
            <a:off x="256025" y="1597425"/>
            <a:ext cx="2661300" cy="1966200"/>
          </a:xfrm>
          <a:prstGeom prst="rect">
            <a:avLst/>
          </a:prstGeom>
          <a:noFill/>
          <a:ln>
            <a:noFill/>
          </a:ln>
        </p:spPr>
      </p:sp>
      <p:sp>
        <p:nvSpPr>
          <p:cNvPr id="239" name="Google Shape;239;p21"/>
          <p:cNvSpPr/>
          <p:nvPr>
            <p:ph idx="5" type="pic"/>
          </p:nvPr>
        </p:nvSpPr>
        <p:spPr>
          <a:xfrm>
            <a:off x="3241425" y="1597425"/>
            <a:ext cx="2661300" cy="1966200"/>
          </a:xfrm>
          <a:prstGeom prst="rect">
            <a:avLst/>
          </a:prstGeom>
          <a:noFill/>
          <a:ln>
            <a:noFill/>
          </a:ln>
        </p:spPr>
      </p:sp>
      <p:sp>
        <p:nvSpPr>
          <p:cNvPr id="240" name="Google Shape;240;p21"/>
          <p:cNvSpPr/>
          <p:nvPr>
            <p:ph idx="6" type="pic"/>
          </p:nvPr>
        </p:nvSpPr>
        <p:spPr>
          <a:xfrm>
            <a:off x="6226825" y="1588650"/>
            <a:ext cx="2661300" cy="1966200"/>
          </a:xfrm>
          <a:prstGeom prst="rect">
            <a:avLst/>
          </a:prstGeom>
          <a:noFill/>
          <a:ln>
            <a:noFill/>
          </a:ln>
        </p:spPr>
      </p:sp>
      <p:sp>
        <p:nvSpPr>
          <p:cNvPr id="241" name="Google Shape;241;p2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2" name="Google Shape;242;p21"/>
          <p:cNvSpPr txBox="1"/>
          <p:nvPr>
            <p:ph idx="7" type="subTitle"/>
          </p:nvPr>
        </p:nvSpPr>
        <p:spPr>
          <a:xfrm>
            <a:off x="2560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43" name="Google Shape;243;p21"/>
          <p:cNvSpPr txBox="1"/>
          <p:nvPr>
            <p:ph idx="8" type="subTitle"/>
          </p:nvPr>
        </p:nvSpPr>
        <p:spPr>
          <a:xfrm>
            <a:off x="32413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44" name="Google Shape;244;p21"/>
          <p:cNvSpPr txBox="1"/>
          <p:nvPr>
            <p:ph idx="9" type="subTitle"/>
          </p:nvPr>
        </p:nvSpPr>
        <p:spPr>
          <a:xfrm>
            <a:off x="62266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45" name="Google Shape;245;p21"/>
          <p:cNvSpPr txBox="1"/>
          <p:nvPr>
            <p:ph idx="1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BLANK_1_1_1_1_1_1_1_1_1_1_1_1_1_1_1_1_1_1_1_2">
    <p:spTree>
      <p:nvGrpSpPr>
        <p:cNvPr id="246" name="Shape 246"/>
        <p:cNvGrpSpPr/>
        <p:nvPr/>
      </p:nvGrpSpPr>
      <p:grpSpPr>
        <a:xfrm>
          <a:off x="0" y="0"/>
          <a:ext cx="0" cy="0"/>
          <a:chOff x="0" y="0"/>
          <a:chExt cx="0" cy="0"/>
        </a:xfrm>
      </p:grpSpPr>
      <p:sp>
        <p:nvSpPr>
          <p:cNvPr id="247" name="Google Shape;247;p22"/>
          <p:cNvSpPr/>
          <p:nvPr>
            <p:ph idx="2" type="pic"/>
          </p:nvPr>
        </p:nvSpPr>
        <p:spPr>
          <a:xfrm>
            <a:off x="2725025" y="1596075"/>
            <a:ext cx="1498500" cy="1498500"/>
          </a:xfrm>
          <a:prstGeom prst="rect">
            <a:avLst/>
          </a:prstGeom>
          <a:noFill/>
          <a:ln>
            <a:noFill/>
          </a:ln>
        </p:spPr>
      </p:sp>
      <p:sp>
        <p:nvSpPr>
          <p:cNvPr id="248" name="Google Shape;248;p22"/>
          <p:cNvSpPr/>
          <p:nvPr>
            <p:ph idx="3" type="pic"/>
          </p:nvPr>
        </p:nvSpPr>
        <p:spPr>
          <a:xfrm>
            <a:off x="7115925" y="1596075"/>
            <a:ext cx="1498500" cy="1498500"/>
          </a:xfrm>
          <a:prstGeom prst="rect">
            <a:avLst/>
          </a:prstGeom>
          <a:noFill/>
          <a:ln>
            <a:noFill/>
          </a:ln>
        </p:spPr>
      </p:sp>
      <p:sp>
        <p:nvSpPr>
          <p:cNvPr id="249" name="Google Shape;249;p22"/>
          <p:cNvSpPr/>
          <p:nvPr>
            <p:ph idx="4" type="pic"/>
          </p:nvPr>
        </p:nvSpPr>
        <p:spPr>
          <a:xfrm>
            <a:off x="4920475" y="1596075"/>
            <a:ext cx="1498500" cy="1498500"/>
          </a:xfrm>
          <a:prstGeom prst="ellipse">
            <a:avLst/>
          </a:prstGeom>
          <a:noFill/>
          <a:ln>
            <a:noFill/>
          </a:ln>
        </p:spPr>
      </p:sp>
      <p:sp>
        <p:nvSpPr>
          <p:cNvPr id="250" name="Google Shape;250;p22"/>
          <p:cNvSpPr/>
          <p:nvPr>
            <p:ph idx="5" type="pic"/>
          </p:nvPr>
        </p:nvSpPr>
        <p:spPr>
          <a:xfrm>
            <a:off x="529575" y="1596075"/>
            <a:ext cx="1498500" cy="1498500"/>
          </a:xfrm>
          <a:prstGeom prst="ellipse">
            <a:avLst/>
          </a:prstGeom>
          <a:noFill/>
          <a:ln>
            <a:noFill/>
          </a:ln>
        </p:spPr>
      </p:sp>
      <p:sp>
        <p:nvSpPr>
          <p:cNvPr id="251" name="Google Shape;251;p22"/>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52" name="Google Shape;252;p22"/>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3" name="Google Shape;253;p22"/>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54" name="Google Shape;254;p22"/>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55" name="Google Shape;255;p22"/>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56" name="Google Shape;256;p22"/>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57" name="Google Shape;257;p22"/>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58" name="Google Shape;258;p22"/>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59" name="Google Shape;259;p22"/>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60" name="Google Shape;260;p22"/>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Alt 1">
  <p:cSld name="BLANK_1_1_1_1_1_1_1_1_1_1_1_1_1_1_1_1_1_1_1_2_1">
    <p:spTree>
      <p:nvGrpSpPr>
        <p:cNvPr id="261" name="Shape 261"/>
        <p:cNvGrpSpPr/>
        <p:nvPr/>
      </p:nvGrpSpPr>
      <p:grpSpPr>
        <a:xfrm>
          <a:off x="0" y="0"/>
          <a:ext cx="0" cy="0"/>
          <a:chOff x="0" y="0"/>
          <a:chExt cx="0" cy="0"/>
        </a:xfrm>
      </p:grpSpPr>
      <p:sp>
        <p:nvSpPr>
          <p:cNvPr id="262" name="Google Shape;262;p23"/>
          <p:cNvSpPr/>
          <p:nvPr>
            <p:ph idx="2" type="pic"/>
          </p:nvPr>
        </p:nvSpPr>
        <p:spPr>
          <a:xfrm>
            <a:off x="2725025" y="1596075"/>
            <a:ext cx="1498500" cy="1498500"/>
          </a:xfrm>
          <a:prstGeom prst="rect">
            <a:avLst/>
          </a:prstGeom>
          <a:noFill/>
          <a:ln>
            <a:noFill/>
          </a:ln>
        </p:spPr>
      </p:sp>
      <p:sp>
        <p:nvSpPr>
          <p:cNvPr id="263" name="Google Shape;263;p23"/>
          <p:cNvSpPr/>
          <p:nvPr>
            <p:ph idx="3" type="pic"/>
          </p:nvPr>
        </p:nvSpPr>
        <p:spPr>
          <a:xfrm>
            <a:off x="7115925" y="1596075"/>
            <a:ext cx="1498500" cy="1498500"/>
          </a:xfrm>
          <a:prstGeom prst="rect">
            <a:avLst/>
          </a:prstGeom>
          <a:noFill/>
          <a:ln>
            <a:noFill/>
          </a:ln>
        </p:spPr>
      </p:sp>
      <p:sp>
        <p:nvSpPr>
          <p:cNvPr id="264" name="Google Shape;264;p23"/>
          <p:cNvSpPr/>
          <p:nvPr>
            <p:ph idx="4" type="pic"/>
          </p:nvPr>
        </p:nvSpPr>
        <p:spPr>
          <a:xfrm>
            <a:off x="4920475" y="1596075"/>
            <a:ext cx="1498500" cy="1498500"/>
          </a:xfrm>
          <a:prstGeom prst="ellipse">
            <a:avLst/>
          </a:prstGeom>
          <a:noFill/>
          <a:ln>
            <a:noFill/>
          </a:ln>
        </p:spPr>
      </p:sp>
      <p:sp>
        <p:nvSpPr>
          <p:cNvPr id="265" name="Google Shape;265;p23"/>
          <p:cNvSpPr/>
          <p:nvPr>
            <p:ph idx="5" type="pic"/>
          </p:nvPr>
        </p:nvSpPr>
        <p:spPr>
          <a:xfrm>
            <a:off x="529575" y="1596075"/>
            <a:ext cx="1498500" cy="1498500"/>
          </a:xfrm>
          <a:prstGeom prst="ellipse">
            <a:avLst/>
          </a:prstGeom>
          <a:noFill/>
          <a:ln>
            <a:noFill/>
          </a:ln>
        </p:spPr>
      </p:sp>
      <p:sp>
        <p:nvSpPr>
          <p:cNvPr id="266" name="Google Shape;266;p23"/>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67" name="Google Shape;267;p23"/>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68" name="Google Shape;268;p23"/>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69" name="Google Shape;269;p23"/>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70" name="Google Shape;270;p23"/>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71" name="Google Shape;271;p23"/>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72" name="Google Shape;272;p23"/>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73" name="Google Shape;273;p23"/>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74" name="Google Shape;274;p23"/>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75" name="Google Shape;275;p23"/>
          <p:cNvSpPr txBox="1"/>
          <p:nvPr>
            <p:ph idx="1" type="body"/>
          </p:nvPr>
        </p:nvSpPr>
        <p:spPr>
          <a:xfrm>
            <a:off x="2432125" y="3851275"/>
            <a:ext cx="20850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6" name="Google Shape;276;p23"/>
          <p:cNvSpPr txBox="1"/>
          <p:nvPr>
            <p:ph idx="17" type="body"/>
          </p:nvPr>
        </p:nvSpPr>
        <p:spPr>
          <a:xfrm>
            <a:off x="25602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7" name="Google Shape;277;p23"/>
          <p:cNvSpPr txBox="1"/>
          <p:nvPr>
            <p:ph idx="18" type="body"/>
          </p:nvPr>
        </p:nvSpPr>
        <p:spPr>
          <a:xfrm>
            <a:off x="682167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8" name="Google Shape;278;p23"/>
          <p:cNvSpPr txBox="1"/>
          <p:nvPr>
            <p:ph idx="19" type="body"/>
          </p:nvPr>
        </p:nvSpPr>
        <p:spPr>
          <a:xfrm>
            <a:off x="4629100" y="3851275"/>
            <a:ext cx="2085000" cy="775800"/>
          </a:xfrm>
          <a:prstGeom prst="rect">
            <a:avLst/>
          </a:prstGeom>
        </p:spPr>
        <p:txBody>
          <a:bodyPr anchorCtr="0" anchor="t" bIns="0" lIns="91425" spcFirstLastPara="1" rIns="91425" wrap="square" tIns="0">
            <a:spAutoFit/>
          </a:bodyPr>
          <a:lstStyle>
            <a:lvl1pPr indent="-285750" lvl="0" marL="457200" algn="ctr">
              <a:spcBef>
                <a:spcPts val="0"/>
              </a:spcBef>
              <a:spcAft>
                <a:spcPts val="0"/>
              </a:spcAft>
              <a:buClr>
                <a:schemeClr val="lt2"/>
              </a:buClr>
              <a:buSzPts val="900"/>
              <a:buFont typeface="Montserrat"/>
              <a:buChar char="●"/>
              <a:defRPr/>
            </a:lvl1pPr>
            <a:lvl2pPr indent="-285750" lvl="1" marL="914400" algn="ctr">
              <a:spcBef>
                <a:spcPts val="0"/>
              </a:spcBef>
              <a:spcAft>
                <a:spcPts val="0"/>
              </a:spcAft>
              <a:buClr>
                <a:schemeClr val="lt2"/>
              </a:buClr>
              <a:buSzPts val="900"/>
              <a:buFont typeface="Montserrat"/>
              <a:buChar char="○"/>
              <a:defRPr/>
            </a:lvl2pPr>
            <a:lvl3pPr indent="-285750" lvl="2" marL="1371600" algn="ctr">
              <a:spcBef>
                <a:spcPts val="0"/>
              </a:spcBef>
              <a:spcAft>
                <a:spcPts val="0"/>
              </a:spcAft>
              <a:buClr>
                <a:schemeClr val="lt2"/>
              </a:buClr>
              <a:buSzPts val="900"/>
              <a:buFont typeface="Montserrat"/>
              <a:buChar char="■"/>
              <a:defRPr/>
            </a:lvl3pPr>
            <a:lvl4pPr indent="-285750" lvl="3" marL="1828800" algn="ctr">
              <a:spcBef>
                <a:spcPts val="0"/>
              </a:spcBef>
              <a:spcAft>
                <a:spcPts val="0"/>
              </a:spcAft>
              <a:buClr>
                <a:schemeClr val="lt2"/>
              </a:buClr>
              <a:buSzPts val="900"/>
              <a:buFont typeface="Montserrat"/>
              <a:buChar char="●"/>
              <a:defRPr/>
            </a:lvl4pPr>
            <a:lvl5pPr indent="-285750" lvl="4" marL="2286000" algn="ctr">
              <a:spcBef>
                <a:spcPts val="0"/>
              </a:spcBef>
              <a:spcAft>
                <a:spcPts val="0"/>
              </a:spcAft>
              <a:buClr>
                <a:schemeClr val="lt2"/>
              </a:buClr>
              <a:buSzPts val="900"/>
              <a:buFont typeface="Montserrat"/>
              <a:buChar char="○"/>
              <a:defRPr/>
            </a:lvl5pPr>
            <a:lvl6pPr indent="-285750" lvl="5" marL="2743200" algn="ctr">
              <a:spcBef>
                <a:spcPts val="0"/>
              </a:spcBef>
              <a:spcAft>
                <a:spcPts val="0"/>
              </a:spcAft>
              <a:buClr>
                <a:schemeClr val="lt2"/>
              </a:buClr>
              <a:buSzPts val="900"/>
              <a:buFont typeface="Montserrat"/>
              <a:buChar char="■"/>
              <a:defRPr/>
            </a:lvl6pPr>
            <a:lvl7pPr indent="-285750" lvl="6" marL="3200400" algn="ctr">
              <a:spcBef>
                <a:spcPts val="0"/>
              </a:spcBef>
              <a:spcAft>
                <a:spcPts val="0"/>
              </a:spcAft>
              <a:buClr>
                <a:schemeClr val="lt2"/>
              </a:buClr>
              <a:buSzPts val="900"/>
              <a:buFont typeface="Montserrat"/>
              <a:buChar char="●"/>
              <a:defRPr/>
            </a:lvl7pPr>
            <a:lvl8pPr indent="-285750" lvl="7" marL="3657600" algn="ctr">
              <a:spcBef>
                <a:spcPts val="0"/>
              </a:spcBef>
              <a:spcAft>
                <a:spcPts val="0"/>
              </a:spcAft>
              <a:buClr>
                <a:schemeClr val="lt2"/>
              </a:buClr>
              <a:buSzPts val="900"/>
              <a:buFont typeface="Montserrat"/>
              <a:buChar char="○"/>
              <a:defRPr/>
            </a:lvl8pPr>
            <a:lvl9pPr indent="-285750" lvl="8" marL="4114800" algn="ctr">
              <a:spcBef>
                <a:spcPts val="0"/>
              </a:spcBef>
              <a:spcAft>
                <a:spcPts val="0"/>
              </a:spcAft>
              <a:buClr>
                <a:schemeClr val="lt2"/>
              </a:buClr>
              <a:buSzPts val="900"/>
              <a:buFont typeface="Montserrat"/>
              <a:buChar char="■"/>
              <a:defRPr/>
            </a:lvl9pPr>
          </a:lstStyle>
          <a:p/>
        </p:txBody>
      </p:sp>
      <p:sp>
        <p:nvSpPr>
          <p:cNvPr id="279" name="Google Shape;279;p23"/>
          <p:cNvSpPr txBox="1"/>
          <p:nvPr>
            <p:ph idx="20"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1_1_1_1_1_1_1_1_1_1_1">
    <p:bg>
      <p:bgPr>
        <a:solidFill>
          <a:schemeClr val="dk2"/>
        </a:solidFill>
      </p:bgPr>
    </p:bg>
    <p:spTree>
      <p:nvGrpSpPr>
        <p:cNvPr id="280" name="Shape 280"/>
        <p:cNvGrpSpPr/>
        <p:nvPr/>
      </p:nvGrpSpPr>
      <p:grpSpPr>
        <a:xfrm>
          <a:off x="0" y="0"/>
          <a:ext cx="0" cy="0"/>
          <a:chOff x="0" y="0"/>
          <a:chExt cx="0" cy="0"/>
        </a:xfrm>
      </p:grpSpPr>
      <p:sp>
        <p:nvSpPr>
          <p:cNvPr id="281" name="Google Shape;281;p24"/>
          <p:cNvSpPr/>
          <p:nvPr/>
        </p:nvSpPr>
        <p:spPr>
          <a:xfrm>
            <a:off x="0" y="1182000"/>
            <a:ext cx="1873200" cy="30603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2" name="Google Shape;282;p24"/>
          <p:cNvSpPr/>
          <p:nvPr/>
        </p:nvSpPr>
        <p:spPr>
          <a:xfrm>
            <a:off x="0" y="1182000"/>
            <a:ext cx="1873200" cy="1873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3" name="Google Shape;283;p24"/>
          <p:cNvSpPr/>
          <p:nvPr/>
        </p:nvSpPr>
        <p:spPr>
          <a:xfrm>
            <a:off x="0" y="1182000"/>
            <a:ext cx="1873200" cy="683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4" name="Google Shape;284;p24"/>
          <p:cNvSpPr/>
          <p:nvPr/>
        </p:nvSpPr>
        <p:spPr>
          <a:xfrm>
            <a:off x="0" y="0"/>
            <a:ext cx="1873200" cy="118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5" name="Google Shape;285;p24"/>
          <p:cNvSpPr/>
          <p:nvPr/>
        </p:nvSpPr>
        <p:spPr>
          <a:xfrm>
            <a:off x="806250" y="1052675"/>
            <a:ext cx="260700" cy="260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86" name="Google Shape;286;p24"/>
          <p:cNvSpPr/>
          <p:nvPr/>
        </p:nvSpPr>
        <p:spPr>
          <a:xfrm>
            <a:off x="0" y="4246550"/>
            <a:ext cx="9144000" cy="901200"/>
          </a:xfrm>
          <a:prstGeom prst="rect">
            <a:avLst/>
          </a:prstGeom>
          <a:gradFill>
            <a:gsLst>
              <a:gs pos="0">
                <a:schemeClr val="dk1"/>
              </a:gs>
              <a:gs pos="72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287" name="Google Shape;287;p24"/>
          <p:cNvCxnSpPr/>
          <p:nvPr/>
        </p:nvCxnSpPr>
        <p:spPr>
          <a:xfrm>
            <a:off x="0" y="4244425"/>
            <a:ext cx="9144000" cy="0"/>
          </a:xfrm>
          <a:prstGeom prst="straightConnector1">
            <a:avLst/>
          </a:prstGeom>
          <a:noFill/>
          <a:ln cap="flat" cmpd="sng" w="9525">
            <a:solidFill>
              <a:schemeClr val="dk1"/>
            </a:solidFill>
            <a:prstDash val="solid"/>
            <a:round/>
            <a:headEnd len="med" w="med" type="none"/>
            <a:tailEnd len="med" w="med" type="none"/>
          </a:ln>
        </p:spPr>
      </p:cxnSp>
      <p:cxnSp>
        <p:nvCxnSpPr>
          <p:cNvPr id="288" name="Google Shape;288;p24"/>
          <p:cNvCxnSpPr/>
          <p:nvPr/>
        </p:nvCxnSpPr>
        <p:spPr>
          <a:xfrm>
            <a:off x="1873325" y="0"/>
            <a:ext cx="0" cy="4242300"/>
          </a:xfrm>
          <a:prstGeom prst="straightConnector1">
            <a:avLst/>
          </a:prstGeom>
          <a:noFill/>
          <a:ln cap="flat" cmpd="sng" w="9525">
            <a:solidFill>
              <a:schemeClr val="dk1"/>
            </a:solidFill>
            <a:prstDash val="solid"/>
            <a:round/>
            <a:headEnd len="med" w="med" type="none"/>
            <a:tailEnd len="med" w="med" type="none"/>
          </a:ln>
        </p:spPr>
      </p:cxnSp>
      <p:sp>
        <p:nvSpPr>
          <p:cNvPr id="289" name="Google Shape;289;p24"/>
          <p:cNvSpPr txBox="1"/>
          <p:nvPr>
            <p:ph type="title"/>
          </p:nvPr>
        </p:nvSpPr>
        <p:spPr>
          <a:xfrm>
            <a:off x="2322425" y="602225"/>
            <a:ext cx="6565800" cy="642000"/>
          </a:xfrm>
          <a:prstGeom prst="rect">
            <a:avLst/>
          </a:prstGeom>
          <a:noFill/>
        </p:spPr>
        <p:txBody>
          <a:bodyPr anchorCtr="0" anchor="t" bIns="0" lIns="0" spcFirstLastPara="1" rIns="0" wrap="square" tIns="0">
            <a:noAutofit/>
          </a:bodyPr>
          <a:lstStyle>
            <a:lvl1pPr lvl="0">
              <a:lnSpc>
                <a:spcPct val="80000"/>
              </a:lnSpc>
              <a:spcBef>
                <a:spcPts val="0"/>
              </a:spcBef>
              <a:spcAft>
                <a:spcPts val="0"/>
              </a:spcAft>
              <a:buClr>
                <a:schemeClr val="dk1"/>
              </a:buClr>
              <a:buSzPts val="9600"/>
              <a:buFont typeface="Montserrat"/>
              <a:buNone/>
              <a:defRPr sz="9600">
                <a:latin typeface="Montserrat"/>
                <a:ea typeface="Montserrat"/>
                <a:cs typeface="Montserrat"/>
                <a:sym typeface="Montserrat"/>
              </a:defRPr>
            </a:lvl1pPr>
            <a:lvl2pPr lvl="1">
              <a:spcBef>
                <a:spcPts val="0"/>
              </a:spcBef>
              <a:spcAft>
                <a:spcPts val="0"/>
              </a:spcAft>
              <a:buClr>
                <a:schemeClr val="dk1"/>
              </a:buClr>
              <a:buSzPts val="9600"/>
              <a:buFont typeface="Montserrat"/>
              <a:buNone/>
              <a:defRPr sz="9600">
                <a:latin typeface="Montserrat"/>
                <a:ea typeface="Montserrat"/>
                <a:cs typeface="Montserrat"/>
                <a:sym typeface="Montserrat"/>
              </a:defRPr>
            </a:lvl2pPr>
            <a:lvl3pPr lvl="2">
              <a:spcBef>
                <a:spcPts val="0"/>
              </a:spcBef>
              <a:spcAft>
                <a:spcPts val="0"/>
              </a:spcAft>
              <a:buClr>
                <a:schemeClr val="dk1"/>
              </a:buClr>
              <a:buSzPts val="9600"/>
              <a:buFont typeface="Montserrat"/>
              <a:buNone/>
              <a:defRPr sz="9600">
                <a:latin typeface="Montserrat"/>
                <a:ea typeface="Montserrat"/>
                <a:cs typeface="Montserrat"/>
                <a:sym typeface="Montserrat"/>
              </a:defRPr>
            </a:lvl3pPr>
            <a:lvl4pPr lvl="3">
              <a:spcBef>
                <a:spcPts val="0"/>
              </a:spcBef>
              <a:spcAft>
                <a:spcPts val="0"/>
              </a:spcAft>
              <a:buClr>
                <a:schemeClr val="dk1"/>
              </a:buClr>
              <a:buSzPts val="9600"/>
              <a:buFont typeface="Montserrat"/>
              <a:buNone/>
              <a:defRPr sz="9600">
                <a:latin typeface="Montserrat"/>
                <a:ea typeface="Montserrat"/>
                <a:cs typeface="Montserrat"/>
                <a:sym typeface="Montserrat"/>
              </a:defRPr>
            </a:lvl4pPr>
            <a:lvl5pPr lvl="4">
              <a:spcBef>
                <a:spcPts val="0"/>
              </a:spcBef>
              <a:spcAft>
                <a:spcPts val="0"/>
              </a:spcAft>
              <a:buClr>
                <a:schemeClr val="dk1"/>
              </a:buClr>
              <a:buSzPts val="9600"/>
              <a:buFont typeface="Montserrat"/>
              <a:buNone/>
              <a:defRPr sz="9600">
                <a:latin typeface="Montserrat"/>
                <a:ea typeface="Montserrat"/>
                <a:cs typeface="Montserrat"/>
                <a:sym typeface="Montserrat"/>
              </a:defRPr>
            </a:lvl5pPr>
            <a:lvl6pPr lvl="5">
              <a:spcBef>
                <a:spcPts val="0"/>
              </a:spcBef>
              <a:spcAft>
                <a:spcPts val="0"/>
              </a:spcAft>
              <a:buClr>
                <a:schemeClr val="dk1"/>
              </a:buClr>
              <a:buSzPts val="9600"/>
              <a:buFont typeface="Montserrat"/>
              <a:buNone/>
              <a:defRPr sz="9600">
                <a:latin typeface="Montserrat"/>
                <a:ea typeface="Montserrat"/>
                <a:cs typeface="Montserrat"/>
                <a:sym typeface="Montserrat"/>
              </a:defRPr>
            </a:lvl6pPr>
            <a:lvl7pPr lvl="6">
              <a:spcBef>
                <a:spcPts val="0"/>
              </a:spcBef>
              <a:spcAft>
                <a:spcPts val="0"/>
              </a:spcAft>
              <a:buClr>
                <a:schemeClr val="dk1"/>
              </a:buClr>
              <a:buSzPts val="9600"/>
              <a:buFont typeface="Montserrat"/>
              <a:buNone/>
              <a:defRPr sz="9600">
                <a:latin typeface="Montserrat"/>
                <a:ea typeface="Montserrat"/>
                <a:cs typeface="Montserrat"/>
                <a:sym typeface="Montserrat"/>
              </a:defRPr>
            </a:lvl7pPr>
            <a:lvl8pPr lvl="7">
              <a:spcBef>
                <a:spcPts val="0"/>
              </a:spcBef>
              <a:spcAft>
                <a:spcPts val="0"/>
              </a:spcAft>
              <a:buClr>
                <a:schemeClr val="dk1"/>
              </a:buClr>
              <a:buSzPts val="9600"/>
              <a:buFont typeface="Montserrat"/>
              <a:buNone/>
              <a:defRPr sz="9600">
                <a:latin typeface="Montserrat"/>
                <a:ea typeface="Montserrat"/>
                <a:cs typeface="Montserrat"/>
                <a:sym typeface="Montserrat"/>
              </a:defRPr>
            </a:lvl8pPr>
            <a:lvl9pPr lvl="8">
              <a:spcBef>
                <a:spcPts val="0"/>
              </a:spcBef>
              <a:spcAft>
                <a:spcPts val="0"/>
              </a:spcAft>
              <a:buClr>
                <a:schemeClr val="dk1"/>
              </a:buClr>
              <a:buSzPts val="9600"/>
              <a:buFont typeface="Montserrat"/>
              <a:buNone/>
              <a:defRPr sz="9600">
                <a:latin typeface="Montserrat"/>
                <a:ea typeface="Montserrat"/>
                <a:cs typeface="Montserrat"/>
                <a:sym typeface="Montserrat"/>
              </a:defRPr>
            </a:lvl9pPr>
          </a:lstStyle>
          <a:p/>
        </p:txBody>
      </p:sp>
      <p:sp>
        <p:nvSpPr>
          <p:cNvPr id="290" name="Google Shape;290;p24"/>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600"/>
              <a:buFont typeface="Source Serif 4"/>
              <a:buNone/>
              <a:defRPr sz="9600"/>
            </a:lvl1pPr>
            <a:lvl2pPr lvl="1">
              <a:spcBef>
                <a:spcPts val="0"/>
              </a:spcBef>
              <a:spcAft>
                <a:spcPts val="0"/>
              </a:spcAft>
              <a:buClr>
                <a:schemeClr val="dk1"/>
              </a:buClr>
              <a:buSzPts val="9600"/>
              <a:buFont typeface="Source Serif 4"/>
              <a:buNone/>
              <a:defRPr sz="9600"/>
            </a:lvl2pPr>
            <a:lvl3pPr lvl="2">
              <a:spcBef>
                <a:spcPts val="0"/>
              </a:spcBef>
              <a:spcAft>
                <a:spcPts val="0"/>
              </a:spcAft>
              <a:buClr>
                <a:schemeClr val="dk1"/>
              </a:buClr>
              <a:buSzPts val="9600"/>
              <a:buFont typeface="Source Serif 4"/>
              <a:buNone/>
              <a:defRPr sz="9600"/>
            </a:lvl3pPr>
            <a:lvl4pPr lvl="3">
              <a:spcBef>
                <a:spcPts val="0"/>
              </a:spcBef>
              <a:spcAft>
                <a:spcPts val="0"/>
              </a:spcAft>
              <a:buClr>
                <a:schemeClr val="dk1"/>
              </a:buClr>
              <a:buSzPts val="9600"/>
              <a:buFont typeface="Source Serif 4"/>
              <a:buNone/>
              <a:defRPr sz="9600"/>
            </a:lvl4pPr>
            <a:lvl5pPr lvl="4">
              <a:spcBef>
                <a:spcPts val="0"/>
              </a:spcBef>
              <a:spcAft>
                <a:spcPts val="0"/>
              </a:spcAft>
              <a:buClr>
                <a:schemeClr val="dk1"/>
              </a:buClr>
              <a:buSzPts val="9600"/>
              <a:buFont typeface="Source Serif 4"/>
              <a:buNone/>
              <a:defRPr sz="9600"/>
            </a:lvl5pPr>
            <a:lvl6pPr lvl="5">
              <a:spcBef>
                <a:spcPts val="0"/>
              </a:spcBef>
              <a:spcAft>
                <a:spcPts val="0"/>
              </a:spcAft>
              <a:buClr>
                <a:schemeClr val="dk1"/>
              </a:buClr>
              <a:buSzPts val="9600"/>
              <a:buFont typeface="Source Serif 4"/>
              <a:buNone/>
              <a:defRPr sz="9600"/>
            </a:lvl6pPr>
            <a:lvl7pPr lvl="6">
              <a:spcBef>
                <a:spcPts val="0"/>
              </a:spcBef>
              <a:spcAft>
                <a:spcPts val="0"/>
              </a:spcAft>
              <a:buClr>
                <a:schemeClr val="dk1"/>
              </a:buClr>
              <a:buSzPts val="9600"/>
              <a:buFont typeface="Source Serif 4"/>
              <a:buNone/>
              <a:defRPr sz="9600"/>
            </a:lvl7pPr>
            <a:lvl8pPr lvl="7">
              <a:spcBef>
                <a:spcPts val="0"/>
              </a:spcBef>
              <a:spcAft>
                <a:spcPts val="0"/>
              </a:spcAft>
              <a:buClr>
                <a:schemeClr val="dk1"/>
              </a:buClr>
              <a:buSzPts val="9600"/>
              <a:buFont typeface="Source Serif 4"/>
              <a:buNone/>
              <a:defRPr sz="9600"/>
            </a:lvl8pPr>
            <a:lvl9pPr lvl="8">
              <a:spcBef>
                <a:spcPts val="0"/>
              </a:spcBef>
              <a:spcAft>
                <a:spcPts val="0"/>
              </a:spcAft>
              <a:buClr>
                <a:schemeClr val="dk1"/>
              </a:buClr>
              <a:buSzPts val="9600"/>
              <a:buFont typeface="Source Serif 4"/>
              <a:buNone/>
              <a:defRPr sz="9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1" name="Shape 291"/>
        <p:cNvGrpSpPr/>
        <p:nvPr/>
      </p:nvGrpSpPr>
      <p:grpSpPr>
        <a:xfrm>
          <a:off x="0" y="0"/>
          <a:ext cx="0" cy="0"/>
          <a:chOff x="0" y="0"/>
          <a:chExt cx="0" cy="0"/>
        </a:xfrm>
      </p:grpSpPr>
      <p:sp>
        <p:nvSpPr>
          <p:cNvPr id="292" name="Google Shape;292;p2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93" name="Google Shape;293;p25"/>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4" name="Shape 294"/>
        <p:cNvGrpSpPr/>
        <p:nvPr/>
      </p:nvGrpSpPr>
      <p:grpSpPr>
        <a:xfrm>
          <a:off x="0" y="0"/>
          <a:ext cx="0" cy="0"/>
          <a:chOff x="0" y="0"/>
          <a:chExt cx="0" cy="0"/>
        </a:xfrm>
      </p:grpSpPr>
      <p:sp>
        <p:nvSpPr>
          <p:cNvPr id="295" name="Google Shape;295;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6" name="Shape 296"/>
        <p:cNvGrpSpPr/>
        <p:nvPr/>
      </p:nvGrpSpPr>
      <p:grpSpPr>
        <a:xfrm>
          <a:off x="0" y="0"/>
          <a:ext cx="0" cy="0"/>
          <a:chOff x="0" y="0"/>
          <a:chExt cx="0" cy="0"/>
        </a:xfrm>
      </p:grpSpPr>
      <p:sp>
        <p:nvSpPr>
          <p:cNvPr id="297" name="Google Shape;297;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98" name="Google Shape;298;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99" name="Shape 299"/>
        <p:cNvGrpSpPr/>
        <p:nvPr/>
      </p:nvGrpSpPr>
      <p:grpSpPr>
        <a:xfrm>
          <a:off x="0" y="0"/>
          <a:ext cx="0" cy="0"/>
          <a:chOff x="0" y="0"/>
          <a:chExt cx="0" cy="0"/>
        </a:xfrm>
      </p:grpSpPr>
      <p:sp>
        <p:nvSpPr>
          <p:cNvPr id="300" name="Google Shape;30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01" name="Google Shape;301;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2" name="Google Shape;302;p2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3" name="Shape 303"/>
        <p:cNvGrpSpPr/>
        <p:nvPr/>
      </p:nvGrpSpPr>
      <p:grpSpPr>
        <a:xfrm>
          <a:off x="0" y="0"/>
          <a:ext cx="0" cy="0"/>
          <a:chOff x="0" y="0"/>
          <a:chExt cx="0" cy="0"/>
        </a:xfrm>
      </p:grpSpPr>
      <p:sp>
        <p:nvSpPr>
          <p:cNvPr id="304" name="Google Shape;30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5" name="Shape 305"/>
        <p:cNvGrpSpPr/>
        <p:nvPr/>
      </p:nvGrpSpPr>
      <p:grpSpPr>
        <a:xfrm>
          <a:off x="0" y="0"/>
          <a:ext cx="0" cy="0"/>
          <a:chOff x="0" y="0"/>
          <a:chExt cx="0" cy="0"/>
        </a:xfrm>
      </p:grpSpPr>
      <p:sp>
        <p:nvSpPr>
          <p:cNvPr id="306" name="Google Shape;306;p3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7" name="Google Shape;307;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08" name="Shape 308"/>
        <p:cNvGrpSpPr/>
        <p:nvPr/>
      </p:nvGrpSpPr>
      <p:grpSpPr>
        <a:xfrm>
          <a:off x="0" y="0"/>
          <a:ext cx="0" cy="0"/>
          <a:chOff x="0" y="0"/>
          <a:chExt cx="0" cy="0"/>
        </a:xfrm>
      </p:grpSpPr>
      <p:sp>
        <p:nvSpPr>
          <p:cNvPr id="309" name="Google Shape;309;p3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0" name="Shape 310"/>
        <p:cNvGrpSpPr/>
        <p:nvPr/>
      </p:nvGrpSpPr>
      <p:grpSpPr>
        <a:xfrm>
          <a:off x="0" y="0"/>
          <a:ext cx="0" cy="0"/>
          <a:chOff x="0" y="0"/>
          <a:chExt cx="0" cy="0"/>
        </a:xfrm>
      </p:grpSpPr>
      <p:sp>
        <p:nvSpPr>
          <p:cNvPr id="311" name="Google Shape;311;p3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12" name="Google Shape;312;p32"/>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3" name="Google Shape;313;p3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4" name="Shape 314"/>
        <p:cNvGrpSpPr/>
        <p:nvPr/>
      </p:nvGrpSpPr>
      <p:grpSpPr>
        <a:xfrm>
          <a:off x="0" y="0"/>
          <a:ext cx="0" cy="0"/>
          <a:chOff x="0" y="0"/>
          <a:chExt cx="0" cy="0"/>
        </a:xfrm>
      </p:grpSpPr>
      <p:sp>
        <p:nvSpPr>
          <p:cNvPr id="315" name="Google Shape;315;p3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6" name="Shape 316"/>
        <p:cNvGrpSpPr/>
        <p:nvPr/>
      </p:nvGrpSpPr>
      <p:grpSpPr>
        <a:xfrm>
          <a:off x="0" y="0"/>
          <a:ext cx="0" cy="0"/>
          <a:chOff x="0" y="0"/>
          <a:chExt cx="0" cy="0"/>
        </a:xfrm>
      </p:grpSpPr>
      <p:sp>
        <p:nvSpPr>
          <p:cNvPr id="317" name="Google Shape;317;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18" name="Google Shape;318;p3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19" name="Shape 319"/>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0" name="Shape 320"/>
        <p:cNvGrpSpPr/>
        <p:nvPr/>
      </p:nvGrpSpPr>
      <p:grpSpPr>
        <a:xfrm>
          <a:off x="0" y="0"/>
          <a:ext cx="0" cy="0"/>
          <a:chOff x="0" y="0"/>
          <a:chExt cx="0" cy="0"/>
        </a:xfrm>
      </p:grpSpPr>
      <p:sp>
        <p:nvSpPr>
          <p:cNvPr id="321" name="Google Shape;321;p36"/>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22" name="Google Shape;322;p36"/>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3" name="Google Shape;323;p36"/>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4" name="Google Shape;324;p36"/>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36"/>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36"/>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36"/>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28" name="Shape 328"/>
        <p:cNvGrpSpPr/>
        <p:nvPr/>
      </p:nvGrpSpPr>
      <p:grpSpPr>
        <a:xfrm>
          <a:off x="0" y="0"/>
          <a:ext cx="0" cy="0"/>
          <a:chOff x="0" y="0"/>
          <a:chExt cx="0" cy="0"/>
        </a:xfrm>
      </p:grpSpPr>
      <p:sp>
        <p:nvSpPr>
          <p:cNvPr id="329" name="Google Shape;329;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30" name="Google Shape;330;p37"/>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31" name="Google Shape;331;p3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2" name="Shape 332"/>
        <p:cNvGrpSpPr/>
        <p:nvPr/>
      </p:nvGrpSpPr>
      <p:grpSpPr>
        <a:xfrm>
          <a:off x="0" y="0"/>
          <a:ext cx="0" cy="0"/>
          <a:chOff x="0" y="0"/>
          <a:chExt cx="0" cy="0"/>
        </a:xfrm>
      </p:grpSpPr>
      <p:sp>
        <p:nvSpPr>
          <p:cNvPr id="333" name="Google Shape;333;p3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4" name="Google Shape;334;p38"/>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35" name="Google Shape;335;p38"/>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36" name="Google Shape;336;p38"/>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7" name="Google Shape;337;p38"/>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38" name="Shape 338"/>
        <p:cNvGrpSpPr/>
        <p:nvPr/>
      </p:nvGrpSpPr>
      <p:grpSpPr>
        <a:xfrm>
          <a:off x="0" y="0"/>
          <a:ext cx="0" cy="0"/>
          <a:chOff x="0" y="0"/>
          <a:chExt cx="0" cy="0"/>
        </a:xfrm>
      </p:grpSpPr>
      <p:sp>
        <p:nvSpPr>
          <p:cNvPr id="339" name="Google Shape;339;p39"/>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40" name="Google Shape;340;p39"/>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41" name="Google Shape;341;p3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2" name="Google Shape;342;p39"/>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3" name="Google Shape;343;p39"/>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4" name="Google Shape;344;p39"/>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39"/>
          <p:cNvSpPr txBox="1"/>
          <p:nvPr>
            <p:ph idx="6" type="body"/>
          </p:nvPr>
        </p:nvSpPr>
        <p:spPr>
          <a:xfrm>
            <a:off x="6212275" y="2417500"/>
            <a:ext cx="2455500" cy="23736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6" name="Shape 346"/>
        <p:cNvGrpSpPr/>
        <p:nvPr/>
      </p:nvGrpSpPr>
      <p:grpSpPr>
        <a:xfrm>
          <a:off x="0" y="0"/>
          <a:ext cx="0" cy="0"/>
          <a:chOff x="0" y="0"/>
          <a:chExt cx="0" cy="0"/>
        </a:xfrm>
      </p:grpSpPr>
      <p:sp>
        <p:nvSpPr>
          <p:cNvPr id="347" name="Google Shape;347;p40"/>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48" name="Google Shape;348;p40"/>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49" name="Google Shape;349;p40"/>
          <p:cNvSpPr txBox="1"/>
          <p:nvPr>
            <p:ph idx="3" type="body"/>
          </p:nvPr>
        </p:nvSpPr>
        <p:spPr>
          <a:xfrm>
            <a:off x="366750" y="3648575"/>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50" name="Google Shape;350;p40"/>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51" name="Google Shape;351;p40"/>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2" name="Google Shape;352;p40"/>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3" name="Google Shape;353;p40"/>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40"/>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40"/>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6" name="Shape 356"/>
        <p:cNvGrpSpPr/>
        <p:nvPr/>
      </p:nvGrpSpPr>
      <p:grpSpPr>
        <a:xfrm>
          <a:off x="0" y="0"/>
          <a:ext cx="0" cy="0"/>
          <a:chOff x="0" y="0"/>
          <a:chExt cx="0" cy="0"/>
        </a:xfrm>
      </p:grpSpPr>
      <p:sp>
        <p:nvSpPr>
          <p:cNvPr id="357" name="Google Shape;357;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58" name="Google Shape;358;p4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59" name="Shape 359"/>
        <p:cNvGrpSpPr/>
        <p:nvPr/>
      </p:nvGrpSpPr>
      <p:grpSpPr>
        <a:xfrm>
          <a:off x="0" y="0"/>
          <a:ext cx="0" cy="0"/>
          <a:chOff x="0" y="0"/>
          <a:chExt cx="0" cy="0"/>
        </a:xfrm>
      </p:grpSpPr>
      <p:sp>
        <p:nvSpPr>
          <p:cNvPr id="360" name="Google Shape;360;p42"/>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1" name="Google Shape;361;p42"/>
          <p:cNvSpPr/>
          <p:nvPr>
            <p:ph idx="2" type="pic"/>
          </p:nvPr>
        </p:nvSpPr>
        <p:spPr>
          <a:xfrm>
            <a:off x="4804825" y="1133300"/>
            <a:ext cx="4027500" cy="2392800"/>
          </a:xfrm>
          <a:prstGeom prst="rect">
            <a:avLst/>
          </a:prstGeom>
          <a:noFill/>
          <a:ln>
            <a:noFill/>
          </a:ln>
        </p:spPr>
      </p:sp>
      <p:sp>
        <p:nvSpPr>
          <p:cNvPr id="362" name="Google Shape;362;p42"/>
          <p:cNvSpPr/>
          <p:nvPr>
            <p:ph idx="3" type="pic"/>
          </p:nvPr>
        </p:nvSpPr>
        <p:spPr>
          <a:xfrm>
            <a:off x="311725" y="1133300"/>
            <a:ext cx="4027500" cy="2392800"/>
          </a:xfrm>
          <a:prstGeom prst="rect">
            <a:avLst/>
          </a:prstGeom>
          <a:noFill/>
          <a:ln>
            <a:noFill/>
          </a:ln>
        </p:spPr>
      </p:sp>
      <p:sp>
        <p:nvSpPr>
          <p:cNvPr id="363" name="Google Shape;363;p42"/>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4" name="Google Shape;364;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65" name="Google Shape;365;p42"/>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6" name="Google Shape;366;p42"/>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7" name="Shape 367"/>
        <p:cNvGrpSpPr/>
        <p:nvPr/>
      </p:nvGrpSpPr>
      <p:grpSpPr>
        <a:xfrm>
          <a:off x="0" y="0"/>
          <a:ext cx="0" cy="0"/>
          <a:chOff x="0" y="0"/>
          <a:chExt cx="0" cy="0"/>
        </a:xfrm>
      </p:grpSpPr>
      <p:sp>
        <p:nvSpPr>
          <p:cNvPr id="368" name="Google Shape;368;p43"/>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9" name="Google Shape;369;p43"/>
          <p:cNvSpPr/>
          <p:nvPr>
            <p:ph idx="2" type="pic"/>
          </p:nvPr>
        </p:nvSpPr>
        <p:spPr>
          <a:xfrm>
            <a:off x="6205225" y="1128325"/>
            <a:ext cx="2627100" cy="2273100"/>
          </a:xfrm>
          <a:prstGeom prst="rect">
            <a:avLst/>
          </a:prstGeom>
          <a:noFill/>
          <a:ln>
            <a:noFill/>
          </a:ln>
        </p:spPr>
      </p:sp>
      <p:sp>
        <p:nvSpPr>
          <p:cNvPr id="370" name="Google Shape;370;p43"/>
          <p:cNvSpPr/>
          <p:nvPr>
            <p:ph idx="3" type="pic"/>
          </p:nvPr>
        </p:nvSpPr>
        <p:spPr>
          <a:xfrm>
            <a:off x="311725" y="1128325"/>
            <a:ext cx="2627100" cy="2273100"/>
          </a:xfrm>
          <a:prstGeom prst="rect">
            <a:avLst/>
          </a:prstGeom>
          <a:noFill/>
          <a:ln>
            <a:noFill/>
          </a:ln>
        </p:spPr>
      </p:sp>
      <p:sp>
        <p:nvSpPr>
          <p:cNvPr id="371" name="Google Shape;371;p43"/>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2" name="Google Shape;372;p43"/>
          <p:cNvSpPr/>
          <p:nvPr>
            <p:ph idx="5" type="pic"/>
          </p:nvPr>
        </p:nvSpPr>
        <p:spPr>
          <a:xfrm>
            <a:off x="3255250" y="1128325"/>
            <a:ext cx="2627100" cy="2273100"/>
          </a:xfrm>
          <a:prstGeom prst="rect">
            <a:avLst/>
          </a:prstGeom>
          <a:noFill/>
          <a:ln>
            <a:noFill/>
          </a:ln>
        </p:spPr>
      </p:sp>
      <p:sp>
        <p:nvSpPr>
          <p:cNvPr id="373" name="Google Shape;373;p43"/>
          <p:cNvSpPr txBox="1"/>
          <p:nvPr>
            <p:ph idx="6" type="body"/>
          </p:nvPr>
        </p:nvSpPr>
        <p:spPr>
          <a:xfrm>
            <a:off x="325525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4" name="Google Shape;374;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75" name="Google Shape;375;p43"/>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6" name="Google Shape;376;p43"/>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7" name="Google Shape;377;p43"/>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78" name="Shape 378"/>
        <p:cNvGrpSpPr/>
        <p:nvPr/>
      </p:nvGrpSpPr>
      <p:grpSpPr>
        <a:xfrm>
          <a:off x="0" y="0"/>
          <a:ext cx="0" cy="0"/>
          <a:chOff x="0" y="0"/>
          <a:chExt cx="0" cy="0"/>
        </a:xfrm>
      </p:grpSpPr>
      <p:sp>
        <p:nvSpPr>
          <p:cNvPr id="379" name="Google Shape;379;p4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0" name="Shape 380"/>
        <p:cNvGrpSpPr/>
        <p:nvPr/>
      </p:nvGrpSpPr>
      <p:grpSpPr>
        <a:xfrm>
          <a:off x="0" y="0"/>
          <a:ext cx="0" cy="0"/>
          <a:chOff x="0" y="0"/>
          <a:chExt cx="0" cy="0"/>
        </a:xfrm>
      </p:grpSpPr>
      <p:sp>
        <p:nvSpPr>
          <p:cNvPr id="381" name="Google Shape;381;p45"/>
          <p:cNvSpPr/>
          <p:nvPr>
            <p:ph idx="2" type="pic"/>
          </p:nvPr>
        </p:nvSpPr>
        <p:spPr>
          <a:xfrm>
            <a:off x="3389600" y="118913"/>
            <a:ext cx="1643700" cy="1535100"/>
          </a:xfrm>
          <a:prstGeom prst="rect">
            <a:avLst/>
          </a:prstGeom>
          <a:noFill/>
          <a:ln>
            <a:noFill/>
          </a:ln>
        </p:spPr>
      </p:sp>
      <p:sp>
        <p:nvSpPr>
          <p:cNvPr id="382" name="Google Shape;382;p45"/>
          <p:cNvSpPr/>
          <p:nvPr>
            <p:ph idx="3" type="pic"/>
          </p:nvPr>
        </p:nvSpPr>
        <p:spPr>
          <a:xfrm>
            <a:off x="5195935" y="118913"/>
            <a:ext cx="1643700" cy="1535100"/>
          </a:xfrm>
          <a:prstGeom prst="rect">
            <a:avLst/>
          </a:prstGeom>
          <a:noFill/>
          <a:ln>
            <a:noFill/>
          </a:ln>
        </p:spPr>
      </p:sp>
      <p:sp>
        <p:nvSpPr>
          <p:cNvPr id="383" name="Google Shape;383;p45"/>
          <p:cNvSpPr/>
          <p:nvPr>
            <p:ph idx="4" type="pic"/>
          </p:nvPr>
        </p:nvSpPr>
        <p:spPr>
          <a:xfrm>
            <a:off x="7002270" y="118913"/>
            <a:ext cx="1643700" cy="1535100"/>
          </a:xfrm>
          <a:prstGeom prst="rect">
            <a:avLst/>
          </a:prstGeom>
          <a:noFill/>
          <a:ln>
            <a:noFill/>
          </a:ln>
        </p:spPr>
      </p:sp>
      <p:sp>
        <p:nvSpPr>
          <p:cNvPr id="384" name="Google Shape;384;p45"/>
          <p:cNvSpPr/>
          <p:nvPr>
            <p:ph idx="5" type="pic"/>
          </p:nvPr>
        </p:nvSpPr>
        <p:spPr>
          <a:xfrm>
            <a:off x="3389588" y="1804212"/>
            <a:ext cx="1643700" cy="1535100"/>
          </a:xfrm>
          <a:prstGeom prst="rect">
            <a:avLst/>
          </a:prstGeom>
          <a:noFill/>
          <a:ln>
            <a:noFill/>
          </a:ln>
        </p:spPr>
      </p:sp>
      <p:sp>
        <p:nvSpPr>
          <p:cNvPr id="385" name="Google Shape;385;p45"/>
          <p:cNvSpPr/>
          <p:nvPr>
            <p:ph idx="6" type="pic"/>
          </p:nvPr>
        </p:nvSpPr>
        <p:spPr>
          <a:xfrm>
            <a:off x="5195922" y="1804212"/>
            <a:ext cx="1643700" cy="1535100"/>
          </a:xfrm>
          <a:prstGeom prst="rect">
            <a:avLst/>
          </a:prstGeom>
          <a:noFill/>
          <a:ln>
            <a:noFill/>
          </a:ln>
        </p:spPr>
      </p:sp>
      <p:sp>
        <p:nvSpPr>
          <p:cNvPr id="386" name="Google Shape;386;p45"/>
          <p:cNvSpPr/>
          <p:nvPr>
            <p:ph idx="7" type="pic"/>
          </p:nvPr>
        </p:nvSpPr>
        <p:spPr>
          <a:xfrm>
            <a:off x="7002257" y="1804212"/>
            <a:ext cx="1643700" cy="1535100"/>
          </a:xfrm>
          <a:prstGeom prst="rect">
            <a:avLst/>
          </a:prstGeom>
          <a:noFill/>
          <a:ln>
            <a:noFill/>
          </a:ln>
        </p:spPr>
      </p:sp>
      <p:sp>
        <p:nvSpPr>
          <p:cNvPr id="387" name="Google Shape;387;p45"/>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88" name="Google Shape;388;p45"/>
          <p:cNvSpPr/>
          <p:nvPr>
            <p:ph idx="8" type="pic"/>
          </p:nvPr>
        </p:nvSpPr>
        <p:spPr>
          <a:xfrm>
            <a:off x="3389588" y="3489487"/>
            <a:ext cx="1643700" cy="1535100"/>
          </a:xfrm>
          <a:prstGeom prst="rect">
            <a:avLst/>
          </a:prstGeom>
          <a:noFill/>
          <a:ln>
            <a:noFill/>
          </a:ln>
        </p:spPr>
      </p:sp>
      <p:sp>
        <p:nvSpPr>
          <p:cNvPr id="389" name="Google Shape;389;p45"/>
          <p:cNvSpPr/>
          <p:nvPr>
            <p:ph idx="9" type="pic"/>
          </p:nvPr>
        </p:nvSpPr>
        <p:spPr>
          <a:xfrm>
            <a:off x="5195922" y="3489487"/>
            <a:ext cx="1643700" cy="1535100"/>
          </a:xfrm>
          <a:prstGeom prst="rect">
            <a:avLst/>
          </a:prstGeom>
          <a:noFill/>
          <a:ln>
            <a:noFill/>
          </a:ln>
        </p:spPr>
      </p:sp>
      <p:sp>
        <p:nvSpPr>
          <p:cNvPr id="390" name="Google Shape;390;p4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56025" y="2647675"/>
            <a:ext cx="3639600" cy="2239800"/>
          </a:xfrm>
          <a:prstGeom prst="rect">
            <a:avLst/>
          </a:prstGeom>
          <a:noFill/>
          <a:ln>
            <a:noFill/>
          </a:ln>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
        <p:nvSpPr>
          <p:cNvPr id="7" name="Google Shape;7;p1"/>
          <p:cNvSpPr txBox="1"/>
          <p:nvPr>
            <p:ph type="title"/>
          </p:nvPr>
        </p:nvSpPr>
        <p:spPr>
          <a:xfrm>
            <a:off x="256025" y="499600"/>
            <a:ext cx="5366700" cy="1248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800"/>
              <a:buFont typeface="Source Serif 4"/>
              <a:buNone/>
              <a:defRPr i="1" sz="48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9pPr>
          </a:lstStyle>
          <a:p/>
        </p:txBody>
      </p:sp>
      <p:sp>
        <p:nvSpPr>
          <p:cNvPr id="8" name="Google Shape;8;p1"/>
          <p:cNvSpPr txBox="1"/>
          <p:nvPr>
            <p:ph idx="2" type="body"/>
          </p:nvPr>
        </p:nvSpPr>
        <p:spPr>
          <a:xfrm>
            <a:off x="4564425" y="2634200"/>
            <a:ext cx="3565200" cy="1566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61">
          <p15:clr>
            <a:srgbClr val="E46962"/>
          </p15:clr>
        </p15:guide>
        <p15:guide id="2" pos="5599">
          <p15:clr>
            <a:srgbClr val="E46962"/>
          </p15:clr>
        </p15:guide>
        <p15:guide id="3" orient="horz" pos="161">
          <p15:clr>
            <a:srgbClr val="E46962"/>
          </p15:clr>
        </p15:guide>
        <p15:guide id="4" orient="horz" pos="3079">
          <p15:clr>
            <a:srgbClr val="E46962"/>
          </p15:clr>
        </p15:guide>
        <p15:guide id="5" pos="1463">
          <p15:clr>
            <a:srgbClr val="E46962"/>
          </p15:clr>
        </p15:guide>
        <p15:guide id="6" pos="1532">
          <p15:clr>
            <a:srgbClr val="E46962"/>
          </p15:clr>
        </p15:guide>
        <p15:guide id="7" pos="2845">
          <p15:clr>
            <a:srgbClr val="E46962"/>
          </p15:clr>
        </p15:guide>
        <p15:guide id="8" pos="2916">
          <p15:clr>
            <a:srgbClr val="E46962"/>
          </p15:clr>
        </p15:guide>
        <p15:guide id="9" pos="4228">
          <p15:clr>
            <a:srgbClr val="E46962"/>
          </p15:clr>
        </p15:guide>
        <p15:guide id="10" pos="429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id="395" name="Google Shape;395;p46" title="TdXO1IXKnFh5Yjy39KZ7QKOejVS61PrT32SaD1bXLL0paaXtwmgEKXIb3k5XCfQPZFRP_XqAckZcafYNZ5EvnbQxBpd3ODshbsVHFxhnSpxDx_btPm0VEb2BF5REqz5Nen_wcfaX_FJxrNSgZpNIMtI-aESOHdgCuZpED-uNEzI.jpg"/>
          <p:cNvPicPr preferRelativeResize="0"/>
          <p:nvPr/>
        </p:nvPicPr>
        <p:blipFill rotWithShape="1">
          <a:blip r:embed="rId3">
            <a:alphaModFix/>
          </a:blip>
          <a:srcRect b="0" l="23878" r="23883" t="0"/>
          <a:stretch/>
        </p:blipFill>
        <p:spPr>
          <a:xfrm rot="-5400000">
            <a:off x="4693500" y="695025"/>
            <a:ext cx="3054300" cy="5846700"/>
          </a:xfrm>
          <a:prstGeom prst="round2SameRect">
            <a:avLst>
              <a:gd fmla="val 50000" name="adj1"/>
              <a:gd fmla="val 0" name="adj2"/>
            </a:avLst>
          </a:prstGeom>
          <a:noFill/>
          <a:ln>
            <a:noFill/>
          </a:ln>
        </p:spPr>
      </p:pic>
      <p:sp>
        <p:nvSpPr>
          <p:cNvPr id="396" name="Google Shape;396;p46"/>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0" lang="en"/>
              <a:t>Global Seismic Trends </a:t>
            </a:r>
            <a:endParaRPr>
              <a:latin typeface="Source Serif 4"/>
              <a:ea typeface="Source Serif 4"/>
              <a:cs typeface="Source Serif 4"/>
              <a:sym typeface="Source Serif 4"/>
            </a:endParaRPr>
          </a:p>
        </p:txBody>
      </p:sp>
      <p:sp>
        <p:nvSpPr>
          <p:cNvPr id="397" name="Google Shape;397;p46"/>
          <p:cNvSpPr txBox="1"/>
          <p:nvPr>
            <p:ph idx="3" type="title"/>
          </p:nvPr>
        </p:nvSpPr>
        <p:spPr>
          <a:xfrm>
            <a:off x="256050" y="3800525"/>
            <a:ext cx="2352600" cy="775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1200">
                <a:solidFill>
                  <a:schemeClr val="dk1"/>
                </a:solidFill>
              </a:rPr>
              <a:t>Priya Jeyakishore</a:t>
            </a:r>
            <a:endParaRPr b="1" sz="1200">
              <a:solidFill>
                <a:schemeClr val="dk1"/>
              </a:solidFill>
            </a:endParaRPr>
          </a:p>
          <a:p>
            <a:pPr indent="0" lvl="0" marL="0" rtl="0" algn="l">
              <a:spcBef>
                <a:spcPts val="0"/>
              </a:spcBef>
              <a:spcAft>
                <a:spcPts val="0"/>
              </a:spcAft>
              <a:buNone/>
            </a:pPr>
            <a:r>
              <a:rPr b="1" lang="en" sz="1200">
                <a:solidFill>
                  <a:schemeClr val="dk1"/>
                </a:solidFill>
              </a:rPr>
              <a:t>DSGA_V2-S-WD-T-B14</a:t>
            </a:r>
            <a:endParaRPr b="1" sz="1200">
              <a:solidFill>
                <a:schemeClr val="dk1"/>
              </a:solidFill>
            </a:endParaRPr>
          </a:p>
          <a:p>
            <a:pPr indent="0" lvl="0" marL="0" rtl="0" algn="l">
              <a:spcBef>
                <a:spcPts val="0"/>
              </a:spcBef>
              <a:spcAft>
                <a:spcPts val="0"/>
              </a:spcAft>
              <a:buNone/>
            </a:pPr>
            <a:r>
              <a:rPr b="1" lang="en" sz="1200">
                <a:solidFill>
                  <a:schemeClr val="dk1"/>
                </a:solidFill>
              </a:rPr>
              <a:t>2026</a:t>
            </a:r>
            <a:endParaRPr b="1" sz="1200">
              <a:solidFill>
                <a:schemeClr val="dk1"/>
              </a:solidFill>
            </a:endParaRPr>
          </a:p>
          <a:p>
            <a:pPr indent="0" lvl="0" marL="0" rtl="0" algn="l">
              <a:spcBef>
                <a:spcPts val="0"/>
              </a:spcBef>
              <a:spcAft>
                <a:spcPts val="0"/>
              </a:spcAft>
              <a:buNone/>
            </a:pPr>
            <a:r>
              <a:t/>
            </a:r>
            <a:endParaRPr i="0"/>
          </a:p>
        </p:txBody>
      </p:sp>
      <p:cxnSp>
        <p:nvCxnSpPr>
          <p:cNvPr id="398" name="Google Shape;398;p46"/>
          <p:cNvCxnSpPr/>
          <p:nvPr/>
        </p:nvCxnSpPr>
        <p:spPr>
          <a:xfrm>
            <a:off x="3297300" y="3618375"/>
            <a:ext cx="5846700" cy="0"/>
          </a:xfrm>
          <a:prstGeom prst="straightConnector1">
            <a:avLst/>
          </a:prstGeom>
          <a:noFill/>
          <a:ln cap="flat" cmpd="sng" w="9525">
            <a:solidFill>
              <a:schemeClr val="accent3"/>
            </a:solidFill>
            <a:prstDash val="solid"/>
            <a:round/>
            <a:headEnd len="med" w="med" type="none"/>
            <a:tailEnd len="med" w="med" type="none"/>
          </a:ln>
        </p:spPr>
      </p:cxnSp>
      <p:sp>
        <p:nvSpPr>
          <p:cNvPr id="399" name="Google Shape;399;p46"/>
          <p:cNvSpPr/>
          <p:nvPr/>
        </p:nvSpPr>
        <p:spPr>
          <a:xfrm>
            <a:off x="6093575" y="2093150"/>
            <a:ext cx="3050400" cy="30504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00" name="Google Shape;400;p46"/>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01" name="Google Shape;401;p46"/>
          <p:cNvSpPr txBox="1"/>
          <p:nvPr/>
        </p:nvSpPr>
        <p:spPr>
          <a:xfrm>
            <a:off x="187325" y="2880925"/>
            <a:ext cx="2916300" cy="5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300">
                <a:solidFill>
                  <a:schemeClr val="lt2"/>
                </a:solidFill>
                <a:latin typeface="Montserrat"/>
                <a:ea typeface="Montserrat"/>
                <a:cs typeface="Montserrat"/>
                <a:sym typeface="Montserrat"/>
              </a:rPr>
              <a:t>Data-Driven Earthquake Insights </a:t>
            </a:r>
            <a:endParaRPr b="1" i="1" sz="1300">
              <a:solidFill>
                <a:schemeClr val="lt2"/>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Overview </a:t>
            </a:r>
            <a:endParaRPr/>
          </a:p>
        </p:txBody>
      </p:sp>
      <p:sp>
        <p:nvSpPr>
          <p:cNvPr id="407" name="Google Shape;407;p47"/>
          <p:cNvSpPr txBox="1"/>
          <p:nvPr/>
        </p:nvSpPr>
        <p:spPr>
          <a:xfrm>
            <a:off x="369600" y="1331600"/>
            <a:ext cx="8518200" cy="18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lt2"/>
              </a:solidFill>
              <a:latin typeface="Montserrat"/>
              <a:ea typeface="Montserrat"/>
              <a:cs typeface="Montserrat"/>
              <a:sym typeface="Montserrat"/>
            </a:endParaRPr>
          </a:p>
        </p:txBody>
      </p:sp>
      <p:sp>
        <p:nvSpPr>
          <p:cNvPr id="408" name="Google Shape;408;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000"/>
          </a:p>
          <a:p>
            <a:pPr indent="0" lvl="0" marL="0" rtl="0" algn="l">
              <a:lnSpc>
                <a:spcPct val="115000"/>
              </a:lnSpc>
              <a:spcBef>
                <a:spcPts val="1200"/>
              </a:spcBef>
              <a:spcAft>
                <a:spcPts val="0"/>
              </a:spcAft>
              <a:buNone/>
            </a:pPr>
            <a:r>
              <a:rPr b="1" lang="en" sz="1600">
                <a:solidFill>
                  <a:srgbClr val="000000"/>
                </a:solidFill>
                <a:latin typeface="Arial"/>
                <a:ea typeface="Arial"/>
                <a:cs typeface="Arial"/>
                <a:sym typeface="Arial"/>
              </a:rPr>
              <a:t>🎯 Objective</a:t>
            </a:r>
            <a:r>
              <a:rPr lang="en" sz="1600">
                <a:solidFill>
                  <a:srgbClr val="000000"/>
                </a:solidFill>
                <a:latin typeface="Arial"/>
                <a:ea typeface="Arial"/>
                <a:cs typeface="Arial"/>
                <a:sym typeface="Arial"/>
              </a:rPr>
              <a:t> — Analyze </a:t>
            </a:r>
            <a:r>
              <a:rPr b="1" lang="en" sz="1600">
                <a:solidFill>
                  <a:srgbClr val="000000"/>
                </a:solidFill>
                <a:latin typeface="Arial"/>
                <a:ea typeface="Arial"/>
                <a:cs typeface="Arial"/>
                <a:sym typeface="Arial"/>
              </a:rPr>
              <a:t>global earthquake patterns</a:t>
            </a:r>
            <a:r>
              <a:rPr lang="en" sz="1600">
                <a:solidFill>
                  <a:srgbClr val="000000"/>
                </a:solidFill>
                <a:latin typeface="Arial"/>
                <a:ea typeface="Arial"/>
                <a:cs typeface="Arial"/>
                <a:sym typeface="Arial"/>
              </a:rPr>
              <a:t> using reliable </a:t>
            </a:r>
            <a:r>
              <a:rPr b="1" lang="en" sz="1600">
                <a:solidFill>
                  <a:srgbClr val="000000"/>
                </a:solidFill>
                <a:latin typeface="Arial"/>
                <a:ea typeface="Arial"/>
                <a:cs typeface="Arial"/>
                <a:sym typeface="Arial"/>
              </a:rPr>
              <a:t>USGS seismic data</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600">
                <a:solidFill>
                  <a:srgbClr val="000000"/>
                </a:solidFill>
                <a:latin typeface="Arial"/>
                <a:ea typeface="Arial"/>
                <a:cs typeface="Arial"/>
                <a:sym typeface="Arial"/>
              </a:rPr>
              <a:t>📊 Dataset</a:t>
            </a:r>
            <a:r>
              <a:rPr lang="en" sz="1600">
                <a:solidFill>
                  <a:srgbClr val="000000"/>
                </a:solidFill>
                <a:latin typeface="Arial"/>
                <a:ea typeface="Arial"/>
                <a:cs typeface="Arial"/>
                <a:sym typeface="Arial"/>
              </a:rPr>
              <a:t> — Explore </a:t>
            </a:r>
            <a:r>
              <a:rPr b="1" lang="en" sz="1600">
                <a:solidFill>
                  <a:srgbClr val="000000"/>
                </a:solidFill>
                <a:latin typeface="Arial"/>
                <a:ea typeface="Arial"/>
                <a:cs typeface="Arial"/>
                <a:sym typeface="Arial"/>
              </a:rPr>
              <a:t>137,263 earthquake records</a:t>
            </a:r>
            <a:r>
              <a:rPr lang="en" sz="1600">
                <a:solidFill>
                  <a:srgbClr val="000000"/>
                </a:solidFill>
                <a:latin typeface="Arial"/>
                <a:ea typeface="Arial"/>
                <a:cs typeface="Arial"/>
                <a:sym typeface="Arial"/>
              </a:rPr>
              <a:t> across </a:t>
            </a:r>
            <a:r>
              <a:rPr b="1" lang="en" sz="1600">
                <a:solidFill>
                  <a:srgbClr val="000000"/>
                </a:solidFill>
                <a:latin typeface="Arial"/>
                <a:ea typeface="Arial"/>
                <a:cs typeface="Arial"/>
                <a:sym typeface="Arial"/>
              </a:rPr>
              <a:t>27 data attributes</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600">
                <a:solidFill>
                  <a:srgbClr val="000000"/>
                </a:solidFill>
                <a:latin typeface="Arial"/>
                <a:ea typeface="Arial"/>
                <a:cs typeface="Arial"/>
                <a:sym typeface="Arial"/>
              </a:rPr>
              <a:t>🛠️ Tools &amp; Technologies</a:t>
            </a:r>
            <a:r>
              <a:rPr lang="en" sz="1600">
                <a:solidFill>
                  <a:srgbClr val="000000"/>
                </a:solidFill>
                <a:latin typeface="Arial"/>
                <a:ea typeface="Arial"/>
                <a:cs typeface="Arial"/>
                <a:sym typeface="Arial"/>
              </a:rPr>
              <a:t> — </a:t>
            </a:r>
            <a:r>
              <a:rPr b="1" lang="en" sz="1600">
                <a:solidFill>
                  <a:srgbClr val="000000"/>
                </a:solidFill>
                <a:latin typeface="Arial"/>
                <a:ea typeface="Arial"/>
                <a:cs typeface="Arial"/>
                <a:sym typeface="Arial"/>
              </a:rPr>
              <a:t>Python • Pandas • MySQL • Streamlit • Plotly</a:t>
            </a:r>
            <a:endParaRPr b="1" sz="16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600">
                <a:solidFill>
                  <a:srgbClr val="000000"/>
                </a:solidFill>
                <a:latin typeface="Arial"/>
                <a:ea typeface="Arial"/>
                <a:cs typeface="Arial"/>
                <a:sym typeface="Arial"/>
              </a:rPr>
              <a:t>🔎 Key Goal</a:t>
            </a:r>
            <a:r>
              <a:rPr lang="en" sz="1600">
                <a:solidFill>
                  <a:srgbClr val="000000"/>
                </a:solidFill>
                <a:latin typeface="Arial"/>
                <a:ea typeface="Arial"/>
                <a:cs typeface="Arial"/>
                <a:sym typeface="Arial"/>
              </a:rPr>
              <a:t> — Discover </a:t>
            </a:r>
            <a:r>
              <a:rPr b="1" lang="en" sz="1600">
                <a:solidFill>
                  <a:srgbClr val="000000"/>
                </a:solidFill>
                <a:latin typeface="Arial"/>
                <a:ea typeface="Arial"/>
                <a:cs typeface="Arial"/>
                <a:sym typeface="Arial"/>
              </a:rPr>
              <a:t>seismic trends, identify outliers, and highlight potential risk zones</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600">
                <a:solidFill>
                  <a:srgbClr val="000000"/>
                </a:solidFill>
                <a:latin typeface="Arial"/>
                <a:ea typeface="Arial"/>
                <a:cs typeface="Arial"/>
                <a:sym typeface="Arial"/>
              </a:rPr>
              <a:t>💡 Outcome</a:t>
            </a:r>
            <a:r>
              <a:rPr lang="en" sz="1600">
                <a:solidFill>
                  <a:srgbClr val="000000"/>
                </a:solidFill>
                <a:latin typeface="Arial"/>
                <a:ea typeface="Arial"/>
                <a:cs typeface="Arial"/>
                <a:sym typeface="Arial"/>
              </a:rPr>
              <a:t> — Transform raw earthquake data into </a:t>
            </a:r>
            <a:r>
              <a:rPr b="1" lang="en" sz="1600">
                <a:solidFill>
                  <a:srgbClr val="000000"/>
                </a:solidFill>
                <a:latin typeface="Arial"/>
                <a:ea typeface="Arial"/>
                <a:cs typeface="Arial"/>
                <a:sym typeface="Arial"/>
              </a:rPr>
              <a:t>meaningful, interactive, data-driven insights</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0" lvl="0" marL="0" rtl="0" algn="l">
              <a:spcBef>
                <a:spcPts val="1200"/>
              </a:spcBef>
              <a:spcAft>
                <a:spcPts val="0"/>
              </a:spcAft>
              <a:buNone/>
            </a:pPr>
            <a:r>
              <a:t/>
            </a:r>
            <a:endParaRPr sz="2000"/>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Loading &amp; Collection </a:t>
            </a:r>
            <a:endParaRPr/>
          </a:p>
        </p:txBody>
      </p:sp>
      <p:sp>
        <p:nvSpPr>
          <p:cNvPr id="414" name="Google Shape;414;p48"/>
          <p:cNvSpPr txBox="1"/>
          <p:nvPr/>
        </p:nvSpPr>
        <p:spPr>
          <a:xfrm>
            <a:off x="369600" y="1331600"/>
            <a:ext cx="8518200" cy="18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lt2"/>
              </a:solidFill>
              <a:latin typeface="Montserrat"/>
              <a:ea typeface="Montserrat"/>
              <a:cs typeface="Montserrat"/>
              <a:sym typeface="Montserrat"/>
            </a:endParaRPr>
          </a:p>
        </p:txBody>
      </p:sp>
      <p:sp>
        <p:nvSpPr>
          <p:cNvPr id="415" name="Google Shape;415;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000"/>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Data Source:</a:t>
            </a:r>
            <a:r>
              <a:rPr lang="en" sz="1600">
                <a:solidFill>
                  <a:srgbClr val="000000"/>
                </a:solidFill>
                <a:latin typeface="Arial"/>
                <a:ea typeface="Arial"/>
                <a:cs typeface="Arial"/>
                <a:sym typeface="Arial"/>
              </a:rPr>
              <a:t> U.S. Geological Survey (USGS)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Source:</a:t>
            </a:r>
            <a:r>
              <a:rPr lang="en" sz="1600">
                <a:solidFill>
                  <a:srgbClr val="000000"/>
                </a:solidFill>
                <a:latin typeface="Arial"/>
                <a:ea typeface="Arial"/>
                <a:cs typeface="Arial"/>
                <a:sym typeface="Arial"/>
              </a:rPr>
              <a:t> USGS Earthquake API</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Period:</a:t>
            </a:r>
            <a:r>
              <a:rPr lang="en" sz="1600">
                <a:solidFill>
                  <a:srgbClr val="000000"/>
                </a:solidFill>
                <a:latin typeface="Arial"/>
                <a:ea typeface="Arial"/>
                <a:cs typeface="Arial"/>
                <a:sym typeface="Arial"/>
              </a:rPr>
              <a:t> September 2021 – August 2026</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Records:</a:t>
            </a:r>
            <a:r>
              <a:rPr lang="en" sz="1600">
                <a:solidFill>
                  <a:srgbClr val="000000"/>
                </a:solidFill>
                <a:latin typeface="Arial"/>
                <a:ea typeface="Arial"/>
                <a:cs typeface="Arial"/>
                <a:sym typeface="Arial"/>
              </a:rPr>
              <a:t> ~137K earthquake events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Format:</a:t>
            </a:r>
            <a:r>
              <a:rPr lang="en" sz="1600">
                <a:solidFill>
                  <a:srgbClr val="000000"/>
                </a:solidFill>
                <a:latin typeface="Arial"/>
                <a:ea typeface="Arial"/>
                <a:cs typeface="Arial"/>
                <a:sym typeface="Arial"/>
              </a:rPr>
              <a:t> JSON → Pandas DataFrame</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Storage:</a:t>
            </a:r>
            <a:r>
              <a:rPr lang="en" sz="1600">
                <a:solidFill>
                  <a:srgbClr val="000000"/>
                </a:solidFill>
                <a:latin typeface="Arial"/>
                <a:ea typeface="Arial"/>
                <a:cs typeface="Arial"/>
                <a:sym typeface="Arial"/>
              </a:rPr>
              <a:t> MySQL</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Process:</a:t>
            </a:r>
            <a:r>
              <a:rPr lang="en" sz="1600">
                <a:solidFill>
                  <a:srgbClr val="000000"/>
                </a:solidFill>
                <a:latin typeface="Arial"/>
                <a:ea typeface="Arial"/>
                <a:cs typeface="Arial"/>
                <a:sym typeface="Arial"/>
              </a:rPr>
              <a:t> API → Python → Pandas → MySQL</a:t>
            </a:r>
            <a:endParaRPr sz="1600">
              <a:solidFill>
                <a:srgbClr val="000000"/>
              </a:solidFill>
              <a:latin typeface="Arial"/>
              <a:ea typeface="Arial"/>
              <a:cs typeface="Arial"/>
              <a:sym typeface="Arial"/>
            </a:endParaRPr>
          </a:p>
          <a:p>
            <a:pPr indent="0" lvl="0" marL="0" rtl="0" algn="just">
              <a:lnSpc>
                <a:spcPct val="150000"/>
              </a:lnSpc>
              <a:spcBef>
                <a:spcPts val="0"/>
              </a:spcBef>
              <a:spcAft>
                <a:spcPts val="0"/>
              </a:spcAft>
              <a:buNone/>
            </a:pPr>
            <a:r>
              <a:t/>
            </a:r>
            <a:endParaRPr sz="2500"/>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9"/>
          <p:cNvSpPr txBox="1"/>
          <p:nvPr>
            <p:ph type="title"/>
          </p:nvPr>
        </p:nvSpPr>
        <p:spPr>
          <a:xfrm>
            <a:off x="256850" y="256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Verification &amp; Validation </a:t>
            </a:r>
            <a:r>
              <a:rPr lang="en"/>
              <a:t> </a:t>
            </a:r>
            <a:endParaRPr/>
          </a:p>
        </p:txBody>
      </p:sp>
      <p:sp>
        <p:nvSpPr>
          <p:cNvPr id="421" name="Google Shape;421;p49"/>
          <p:cNvSpPr txBox="1"/>
          <p:nvPr/>
        </p:nvSpPr>
        <p:spPr>
          <a:xfrm>
            <a:off x="369600" y="1331600"/>
            <a:ext cx="8518200" cy="18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lt2"/>
              </a:solidFill>
              <a:latin typeface="Montserrat"/>
              <a:ea typeface="Montserrat"/>
              <a:cs typeface="Montserrat"/>
              <a:sym typeface="Montserrat"/>
            </a:endParaRPr>
          </a:p>
        </p:txBody>
      </p:sp>
      <p:sp>
        <p:nvSpPr>
          <p:cNvPr id="422" name="Google Shape;422;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000"/>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Source Verified:</a:t>
            </a:r>
            <a:r>
              <a:rPr lang="en" sz="1600">
                <a:solidFill>
                  <a:srgbClr val="000000"/>
                </a:solidFill>
                <a:latin typeface="Arial"/>
                <a:ea typeface="Arial"/>
                <a:cs typeface="Arial"/>
                <a:sym typeface="Arial"/>
              </a:rPr>
              <a:t> U.S. Geological Survey (USGS)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Records Verified:</a:t>
            </a:r>
            <a:r>
              <a:rPr lang="en" sz="1600">
                <a:solidFill>
                  <a:srgbClr val="000000"/>
                </a:solidFill>
                <a:latin typeface="Arial"/>
                <a:ea typeface="Arial"/>
                <a:cs typeface="Arial"/>
                <a:sym typeface="Arial"/>
              </a:rPr>
              <a:t> ~137K earthquake events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Date Range:</a:t>
            </a:r>
            <a:r>
              <a:rPr lang="en" sz="1600">
                <a:solidFill>
                  <a:srgbClr val="000000"/>
                </a:solidFill>
                <a:latin typeface="Arial"/>
                <a:ea typeface="Arial"/>
                <a:cs typeface="Arial"/>
                <a:sym typeface="Arial"/>
              </a:rPr>
              <a:t> September 2021 – August 2026</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Geographic Validation:</a:t>
            </a:r>
            <a:r>
              <a:rPr lang="en" sz="1600">
                <a:solidFill>
                  <a:srgbClr val="000000"/>
                </a:solidFill>
                <a:latin typeface="Arial"/>
                <a:ea typeface="Arial"/>
                <a:cs typeface="Arial"/>
                <a:sym typeface="Arial"/>
              </a:rPr>
              <a:t> Latitude &amp; longitude checked</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Data Type Validation:</a:t>
            </a:r>
            <a:r>
              <a:rPr lang="en" sz="1600">
                <a:solidFill>
                  <a:srgbClr val="000000"/>
                </a:solidFill>
                <a:latin typeface="Arial"/>
                <a:ea typeface="Arial"/>
                <a:cs typeface="Arial"/>
                <a:sym typeface="Arial"/>
              </a:rPr>
              <a:t> Numeric, categorical &amp; datetime columns verified</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Missing Values:</a:t>
            </a:r>
            <a:r>
              <a:rPr lang="en" sz="1600">
                <a:solidFill>
                  <a:srgbClr val="000000"/>
                </a:solidFill>
                <a:latin typeface="Arial"/>
                <a:ea typeface="Arial"/>
                <a:cs typeface="Arial"/>
                <a:sym typeface="Arial"/>
              </a:rPr>
              <a:t> Identified and handled during preprocessing</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Outlier Detection:</a:t>
            </a:r>
            <a:r>
              <a:rPr lang="en" sz="1600">
                <a:solidFill>
                  <a:srgbClr val="000000"/>
                </a:solidFill>
                <a:latin typeface="Arial"/>
                <a:ea typeface="Arial"/>
                <a:cs typeface="Arial"/>
                <a:sym typeface="Arial"/>
              </a:rPr>
              <a:t> Magnitude and depth checked using IQR method</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Duplicate Check:</a:t>
            </a:r>
            <a:r>
              <a:rPr lang="en" sz="1600">
                <a:solidFill>
                  <a:srgbClr val="000000"/>
                </a:solidFill>
                <a:latin typeface="Arial"/>
                <a:ea typeface="Arial"/>
                <a:cs typeface="Arial"/>
                <a:sym typeface="Arial"/>
              </a:rPr>
              <a:t> Event records reviewed using event ID</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t/>
            </a:r>
            <a:endParaRPr sz="16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0"/>
          <p:cNvSpPr txBox="1"/>
          <p:nvPr>
            <p:ph type="title"/>
          </p:nvPr>
        </p:nvSpPr>
        <p:spPr>
          <a:xfrm>
            <a:off x="256850" y="256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Cleaning &amp; Preprocessing </a:t>
            </a:r>
            <a:r>
              <a:rPr lang="en"/>
              <a:t> </a:t>
            </a:r>
            <a:endParaRPr/>
          </a:p>
        </p:txBody>
      </p:sp>
      <p:sp>
        <p:nvSpPr>
          <p:cNvPr id="428" name="Google Shape;428;p50"/>
          <p:cNvSpPr txBox="1"/>
          <p:nvPr/>
        </p:nvSpPr>
        <p:spPr>
          <a:xfrm>
            <a:off x="369600" y="1331600"/>
            <a:ext cx="8518200" cy="18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lt2"/>
              </a:solidFill>
              <a:latin typeface="Montserrat"/>
              <a:ea typeface="Montserrat"/>
              <a:cs typeface="Montserrat"/>
              <a:sym typeface="Montserrat"/>
            </a:endParaRPr>
          </a:p>
        </p:txBody>
      </p:sp>
      <p:sp>
        <p:nvSpPr>
          <p:cNvPr id="429" name="Google Shape;429;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000"/>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Removed duplicate records</a:t>
            </a:r>
            <a:r>
              <a:rPr lang="en" sz="1600">
                <a:solidFill>
                  <a:srgbClr val="000000"/>
                </a:solidFill>
                <a:latin typeface="Arial"/>
                <a:ea typeface="Arial"/>
                <a:cs typeface="Arial"/>
                <a:sym typeface="Arial"/>
              </a:rPr>
              <a:t> using earthquake event ID</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Converted data types</a:t>
            </a:r>
            <a:r>
              <a:rPr lang="en" sz="1600">
                <a:solidFill>
                  <a:srgbClr val="000000"/>
                </a:solidFill>
                <a:latin typeface="Arial"/>
                <a:ea typeface="Arial"/>
                <a:cs typeface="Arial"/>
                <a:sym typeface="Arial"/>
              </a:rPr>
              <a:t> for </a:t>
            </a:r>
            <a:r>
              <a:rPr lang="en" sz="1600">
                <a:solidFill>
                  <a:srgbClr val="000000"/>
                </a:solidFill>
                <a:latin typeface="Arial"/>
                <a:ea typeface="Arial"/>
                <a:cs typeface="Arial"/>
                <a:sym typeface="Arial"/>
              </a:rPr>
              <a:t>numeric</a:t>
            </a:r>
            <a:r>
              <a:rPr lang="en" sz="1600">
                <a:solidFill>
                  <a:srgbClr val="000000"/>
                </a:solidFill>
                <a:latin typeface="Arial"/>
                <a:ea typeface="Arial"/>
                <a:cs typeface="Arial"/>
                <a:sym typeface="Arial"/>
              </a:rPr>
              <a:t> and datetime columns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Extracted time features</a:t>
            </a:r>
            <a:r>
              <a:rPr lang="en" sz="1600">
                <a:solidFill>
                  <a:srgbClr val="000000"/>
                </a:solidFill>
                <a:latin typeface="Arial"/>
                <a:ea typeface="Arial"/>
                <a:cs typeface="Arial"/>
                <a:sym typeface="Arial"/>
              </a:rPr>
              <a:t> — Year, Month, Day, Hour, Day of Week</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Standardized location data</a:t>
            </a:r>
            <a:r>
              <a:rPr lang="en" sz="1600">
                <a:solidFill>
                  <a:srgbClr val="000000"/>
                </a:solidFill>
                <a:latin typeface="Arial"/>
                <a:ea typeface="Arial"/>
                <a:cs typeface="Arial"/>
                <a:sym typeface="Arial"/>
              </a:rPr>
              <a:t> — Country and geographic region</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Handled missing values</a:t>
            </a:r>
            <a:r>
              <a:rPr lang="en" sz="1600">
                <a:solidFill>
                  <a:srgbClr val="000000"/>
                </a:solidFill>
                <a:latin typeface="Arial"/>
                <a:ea typeface="Arial"/>
                <a:cs typeface="Arial"/>
                <a:sym typeface="Arial"/>
              </a:rPr>
              <a:t> in important numerical and categorical fields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Validated ranges</a:t>
            </a:r>
            <a:r>
              <a:rPr lang="en" sz="1600">
                <a:solidFill>
                  <a:srgbClr val="000000"/>
                </a:solidFill>
                <a:latin typeface="Arial"/>
                <a:ea typeface="Arial"/>
                <a:cs typeface="Arial"/>
                <a:sym typeface="Arial"/>
              </a:rPr>
              <a:t> for magnitude, depth, latitude and longitude</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Detected outliers</a:t>
            </a:r>
            <a:r>
              <a:rPr lang="en" sz="1600">
                <a:solidFill>
                  <a:srgbClr val="000000"/>
                </a:solidFill>
                <a:latin typeface="Arial"/>
                <a:ea typeface="Arial"/>
                <a:cs typeface="Arial"/>
                <a:sym typeface="Arial"/>
              </a:rPr>
              <a:t> using the IQR method</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Created derived categories</a:t>
            </a:r>
            <a:r>
              <a:rPr lang="en" sz="1600">
                <a:solidFill>
                  <a:srgbClr val="000000"/>
                </a:solidFill>
                <a:latin typeface="Arial"/>
                <a:ea typeface="Arial"/>
                <a:cs typeface="Arial"/>
                <a:sym typeface="Arial"/>
              </a:rPr>
              <a:t> such as magnitude and depth categories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t/>
            </a:r>
            <a:endParaRPr sz="16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1"/>
          <p:cNvSpPr txBox="1"/>
          <p:nvPr>
            <p:ph type="title"/>
          </p:nvPr>
        </p:nvSpPr>
        <p:spPr>
          <a:xfrm>
            <a:off x="311700" y="-74350"/>
            <a:ext cx="8520600" cy="158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MySQL Database &amp; SQL Analysis </a:t>
            </a:r>
            <a:r>
              <a:rPr lang="en"/>
              <a:t>  </a:t>
            </a:r>
            <a:endParaRPr/>
          </a:p>
        </p:txBody>
      </p:sp>
      <p:sp>
        <p:nvSpPr>
          <p:cNvPr id="435" name="Google Shape;435;p51"/>
          <p:cNvSpPr txBox="1"/>
          <p:nvPr/>
        </p:nvSpPr>
        <p:spPr>
          <a:xfrm>
            <a:off x="369600" y="1331600"/>
            <a:ext cx="8518200" cy="18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lt2"/>
              </a:solidFill>
              <a:latin typeface="Montserrat"/>
              <a:ea typeface="Montserrat"/>
              <a:cs typeface="Montserrat"/>
              <a:sym typeface="Montserrat"/>
            </a:endParaRPr>
          </a:p>
        </p:txBody>
      </p:sp>
      <p:sp>
        <p:nvSpPr>
          <p:cNvPr id="436" name="Google Shape;436;p51"/>
          <p:cNvSpPr txBox="1"/>
          <p:nvPr>
            <p:ph idx="1" type="body"/>
          </p:nvPr>
        </p:nvSpPr>
        <p:spPr>
          <a:xfrm>
            <a:off x="311700" y="1586700"/>
            <a:ext cx="8520600" cy="2982300"/>
          </a:xfrm>
          <a:prstGeom prst="rect">
            <a:avLst/>
          </a:prstGeom>
        </p:spPr>
        <p:txBody>
          <a:bodyPr anchorCtr="0" anchor="t" bIns="91425" lIns="91425" spcFirstLastPara="1" rIns="91425" wrap="square" tIns="91425">
            <a:noAutofit/>
          </a:bodyPr>
          <a:lstStyle/>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Database:</a:t>
            </a:r>
            <a:r>
              <a:rPr lang="en" sz="1600">
                <a:solidFill>
                  <a:srgbClr val="000000"/>
                </a:solidFill>
                <a:latin typeface="Arial"/>
                <a:ea typeface="Arial"/>
                <a:cs typeface="Arial"/>
                <a:sym typeface="Arial"/>
              </a:rPr>
              <a:t> MySQL</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Table:</a:t>
            </a:r>
            <a:r>
              <a:rPr lang="en" sz="1600">
                <a:solidFill>
                  <a:srgbClr val="000000"/>
                </a:solidFill>
                <a:latin typeface="Arial"/>
                <a:ea typeface="Arial"/>
                <a:cs typeface="Arial"/>
                <a:sym typeface="Arial"/>
              </a:rPr>
              <a:t> </a:t>
            </a:r>
            <a:r>
              <a:rPr lang="en" sz="1600">
                <a:solidFill>
                  <a:srgbClr val="188038"/>
                </a:solidFill>
                <a:latin typeface="Roboto Mono"/>
                <a:ea typeface="Roboto Mono"/>
                <a:cs typeface="Roboto Mono"/>
                <a:sym typeface="Roboto Mono"/>
              </a:rPr>
              <a:t>cleaned_earthquake_data</a:t>
            </a:r>
            <a:endParaRPr sz="1600">
              <a:solidFill>
                <a:srgbClr val="188038"/>
              </a:solidFill>
              <a:latin typeface="Roboto Mono"/>
              <a:ea typeface="Roboto Mono"/>
              <a:cs typeface="Roboto Mono"/>
              <a:sym typeface="Roboto Mono"/>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Connection:</a:t>
            </a:r>
            <a:r>
              <a:rPr lang="en" sz="1600">
                <a:solidFill>
                  <a:srgbClr val="000000"/>
                </a:solidFill>
                <a:latin typeface="Arial"/>
                <a:ea typeface="Arial"/>
                <a:cs typeface="Arial"/>
                <a:sym typeface="Arial"/>
              </a:rPr>
              <a:t> Python + SQLAlchemy + PyMySQL</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Data Storage:</a:t>
            </a:r>
            <a:r>
              <a:rPr lang="en" sz="1600">
                <a:solidFill>
                  <a:srgbClr val="000000"/>
                </a:solidFill>
                <a:latin typeface="Arial"/>
                <a:ea typeface="Arial"/>
                <a:cs typeface="Arial"/>
                <a:sym typeface="Arial"/>
              </a:rPr>
              <a:t> Cleaned earthquake dataset loaded into MySQL</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SQL Analysis:</a:t>
            </a:r>
            <a:r>
              <a:rPr lang="en" sz="1600">
                <a:solidFill>
                  <a:srgbClr val="000000"/>
                </a:solidFill>
                <a:latin typeface="Arial"/>
                <a:ea typeface="Arial"/>
                <a:cs typeface="Arial"/>
                <a:sym typeface="Arial"/>
              </a:rPr>
              <a:t> Used </a:t>
            </a:r>
            <a:r>
              <a:rPr lang="en" sz="1600">
                <a:solidFill>
                  <a:srgbClr val="188038"/>
                </a:solidFill>
                <a:latin typeface="Roboto Mono"/>
                <a:ea typeface="Roboto Mono"/>
                <a:cs typeface="Roboto Mono"/>
                <a:sym typeface="Roboto Mono"/>
              </a:rPr>
              <a:t>SELECT</a:t>
            </a:r>
            <a:r>
              <a:rPr lang="en" sz="1600">
                <a:solidFill>
                  <a:srgbClr val="000000"/>
                </a:solidFill>
                <a:latin typeface="Arial"/>
                <a:ea typeface="Arial"/>
                <a:cs typeface="Arial"/>
                <a:sym typeface="Arial"/>
              </a:rPr>
              <a:t>, </a:t>
            </a:r>
            <a:r>
              <a:rPr lang="en" sz="1600">
                <a:solidFill>
                  <a:srgbClr val="188038"/>
                </a:solidFill>
                <a:latin typeface="Roboto Mono"/>
                <a:ea typeface="Roboto Mono"/>
                <a:cs typeface="Roboto Mono"/>
                <a:sym typeface="Roboto Mono"/>
              </a:rPr>
              <a:t>WHERE</a:t>
            </a:r>
            <a:r>
              <a:rPr lang="en" sz="1600">
                <a:solidFill>
                  <a:srgbClr val="000000"/>
                </a:solidFill>
                <a:latin typeface="Arial"/>
                <a:ea typeface="Arial"/>
                <a:cs typeface="Arial"/>
                <a:sym typeface="Arial"/>
              </a:rPr>
              <a:t>, </a:t>
            </a:r>
            <a:r>
              <a:rPr lang="en" sz="1600">
                <a:solidFill>
                  <a:srgbClr val="188038"/>
                </a:solidFill>
                <a:latin typeface="Roboto Mono"/>
                <a:ea typeface="Roboto Mono"/>
                <a:cs typeface="Roboto Mono"/>
                <a:sym typeface="Roboto Mono"/>
              </a:rPr>
              <a:t>GROUP BY</a:t>
            </a:r>
            <a:r>
              <a:rPr lang="en" sz="1600">
                <a:solidFill>
                  <a:srgbClr val="000000"/>
                </a:solidFill>
                <a:latin typeface="Arial"/>
                <a:ea typeface="Arial"/>
                <a:cs typeface="Arial"/>
                <a:sym typeface="Arial"/>
              </a:rPr>
              <a:t>, </a:t>
            </a:r>
            <a:r>
              <a:rPr lang="en" sz="1600">
                <a:solidFill>
                  <a:srgbClr val="188038"/>
                </a:solidFill>
                <a:latin typeface="Roboto Mono"/>
                <a:ea typeface="Roboto Mono"/>
                <a:cs typeface="Roboto Mono"/>
                <a:sym typeface="Roboto Mono"/>
              </a:rPr>
              <a:t>ORDER BY</a:t>
            </a:r>
            <a:r>
              <a:rPr lang="en" sz="1600">
                <a:solidFill>
                  <a:srgbClr val="000000"/>
                </a:solidFill>
                <a:latin typeface="Arial"/>
                <a:ea typeface="Arial"/>
                <a:cs typeface="Arial"/>
                <a:sym typeface="Arial"/>
              </a:rPr>
              <a:t>, </a:t>
            </a:r>
            <a:r>
              <a:rPr lang="en" sz="1600">
                <a:solidFill>
                  <a:srgbClr val="188038"/>
                </a:solidFill>
                <a:latin typeface="Roboto Mono"/>
                <a:ea typeface="Roboto Mono"/>
                <a:cs typeface="Roboto Mono"/>
                <a:sym typeface="Roboto Mono"/>
              </a:rPr>
              <a:t>CASE</a:t>
            </a:r>
            <a:r>
              <a:rPr lang="en" sz="1600">
                <a:solidFill>
                  <a:srgbClr val="000000"/>
                </a:solidFill>
                <a:latin typeface="Arial"/>
                <a:ea typeface="Arial"/>
                <a:cs typeface="Arial"/>
                <a:sym typeface="Arial"/>
              </a:rPr>
              <a:t>, and aggregate functions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Insights Generated:</a:t>
            </a:r>
            <a:r>
              <a:rPr lang="en" sz="1600">
                <a:solidFill>
                  <a:srgbClr val="000000"/>
                </a:solidFill>
                <a:latin typeface="Arial"/>
                <a:ea typeface="Arial"/>
                <a:cs typeface="Arial"/>
                <a:sym typeface="Arial"/>
              </a:rPr>
              <a:t> Magnitude, depth, country, tsunami, alert level, temporal and geographic analysis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Purpose:</a:t>
            </a:r>
            <a:r>
              <a:rPr lang="en" sz="1600">
                <a:solidFill>
                  <a:srgbClr val="000000"/>
                </a:solidFill>
                <a:latin typeface="Arial"/>
                <a:ea typeface="Arial"/>
                <a:cs typeface="Arial"/>
                <a:sym typeface="Arial"/>
              </a:rPr>
              <a:t> Efficient querying and structured analysis of large earthquake data</a:t>
            </a:r>
            <a:endParaRPr sz="1600">
              <a:solidFill>
                <a:srgbClr val="000000"/>
              </a:solidFill>
              <a:latin typeface="Arial"/>
              <a:ea typeface="Arial"/>
              <a:cs typeface="Arial"/>
              <a:sym typeface="Arial"/>
            </a:endParaRPr>
          </a:p>
          <a:p>
            <a:pPr indent="0" lvl="0" marL="0" rtl="0" algn="just">
              <a:lnSpc>
                <a:spcPct val="150000"/>
              </a:lnSpc>
              <a:spcBef>
                <a:spcPts val="0"/>
              </a:spcBef>
              <a:spcAft>
                <a:spcPts val="0"/>
              </a:spcAft>
              <a:buNone/>
            </a:pPr>
            <a:r>
              <a:t/>
            </a:r>
            <a:endParaRPr b="1" sz="1600">
              <a:solidFill>
                <a:srgbClr val="000000"/>
              </a:solidFill>
              <a:latin typeface="Arial"/>
              <a:ea typeface="Arial"/>
              <a:cs typeface="Arial"/>
              <a:sym typeface="Arial"/>
            </a:endParaRPr>
          </a:p>
          <a:p>
            <a:pPr indent="0" lvl="0" marL="0" rtl="0" algn="just">
              <a:lnSpc>
                <a:spcPct val="150000"/>
              </a:lnSpc>
              <a:spcBef>
                <a:spcPts val="0"/>
              </a:spcBef>
              <a:spcAft>
                <a:spcPts val="0"/>
              </a:spcAft>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2"/>
          <p:cNvSpPr txBox="1"/>
          <p:nvPr>
            <p:ph type="title"/>
          </p:nvPr>
        </p:nvSpPr>
        <p:spPr>
          <a:xfrm>
            <a:off x="311700" y="-74350"/>
            <a:ext cx="8520600" cy="93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Streamlit Dashboard </a:t>
            </a:r>
            <a:endParaRPr/>
          </a:p>
        </p:txBody>
      </p:sp>
      <p:sp>
        <p:nvSpPr>
          <p:cNvPr id="442" name="Google Shape;442;p52"/>
          <p:cNvSpPr txBox="1"/>
          <p:nvPr/>
        </p:nvSpPr>
        <p:spPr>
          <a:xfrm>
            <a:off x="369600" y="1331600"/>
            <a:ext cx="8518200" cy="18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lt2"/>
              </a:solidFill>
              <a:latin typeface="Montserrat"/>
              <a:ea typeface="Montserrat"/>
              <a:cs typeface="Montserrat"/>
              <a:sym typeface="Montserrat"/>
            </a:endParaRPr>
          </a:p>
        </p:txBody>
      </p:sp>
      <p:sp>
        <p:nvSpPr>
          <p:cNvPr id="443" name="Google Shape;443;p52"/>
          <p:cNvSpPr txBox="1"/>
          <p:nvPr>
            <p:ph idx="1" type="body"/>
          </p:nvPr>
        </p:nvSpPr>
        <p:spPr>
          <a:xfrm>
            <a:off x="688375" y="2948075"/>
            <a:ext cx="7991100" cy="2058000"/>
          </a:xfrm>
          <a:prstGeom prst="rect">
            <a:avLst/>
          </a:prstGeom>
        </p:spPr>
        <p:txBody>
          <a:bodyPr anchorCtr="0" anchor="t" bIns="91425" lIns="91425" spcFirstLastPara="1" rIns="91425" wrap="square" tIns="91425">
            <a:noAutofit/>
          </a:bodyPr>
          <a:lstStyle/>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Built an interactive dashboard</a:t>
            </a:r>
            <a:r>
              <a:rPr lang="en" sz="1600">
                <a:solidFill>
                  <a:srgbClr val="000000"/>
                </a:solidFill>
                <a:latin typeface="Arial"/>
                <a:ea typeface="Arial"/>
                <a:cs typeface="Arial"/>
                <a:sym typeface="Arial"/>
              </a:rPr>
              <a:t> using Streamlit.</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Connected MySQL data</a:t>
            </a:r>
            <a:r>
              <a:rPr lang="en" sz="1600">
                <a:solidFill>
                  <a:srgbClr val="000000"/>
                </a:solidFill>
                <a:latin typeface="Arial"/>
                <a:ea typeface="Arial"/>
                <a:cs typeface="Arial"/>
                <a:sym typeface="Arial"/>
              </a:rPr>
              <a:t> with Python and displayed analysis results.</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Created visualizations</a:t>
            </a:r>
            <a:r>
              <a:rPr lang="en" sz="1600">
                <a:solidFill>
                  <a:srgbClr val="000000"/>
                </a:solidFill>
                <a:latin typeface="Arial"/>
                <a:ea typeface="Arial"/>
                <a:cs typeface="Arial"/>
                <a:sym typeface="Arial"/>
              </a:rPr>
              <a:t> for magnitude, depth, trends, tsunami, alerts, and geographic activity.</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rPr lang="en" sz="1600">
                <a:solidFill>
                  <a:srgbClr val="000000"/>
                </a:solidFill>
                <a:latin typeface="Arial"/>
                <a:ea typeface="Arial"/>
                <a:cs typeface="Arial"/>
                <a:sym typeface="Arial"/>
              </a:rPr>
              <a:t>📑 </a:t>
            </a:r>
            <a:r>
              <a:rPr b="1" lang="en" sz="1600">
                <a:solidFill>
                  <a:srgbClr val="000000"/>
                </a:solidFill>
                <a:latin typeface="Arial"/>
                <a:ea typeface="Arial"/>
                <a:cs typeface="Arial"/>
                <a:sym typeface="Arial"/>
              </a:rPr>
              <a:t>Organized insights into tabs</a:t>
            </a:r>
            <a:r>
              <a:rPr lang="en" sz="1600">
                <a:solidFill>
                  <a:srgbClr val="000000"/>
                </a:solidFill>
                <a:latin typeface="Arial"/>
                <a:ea typeface="Arial"/>
                <a:cs typeface="Arial"/>
                <a:sym typeface="Arial"/>
              </a:rPr>
              <a:t> for easy exploration.</a:t>
            </a:r>
            <a:endParaRPr sz="1600">
              <a:solidFill>
                <a:srgbClr val="000000"/>
              </a:solidFill>
              <a:latin typeface="Arial"/>
              <a:ea typeface="Arial"/>
              <a:cs typeface="Arial"/>
              <a:sym typeface="Arial"/>
            </a:endParaRPr>
          </a:p>
          <a:p>
            <a:pPr indent="0" lvl="0" marL="457200" rtl="0" algn="just">
              <a:lnSpc>
                <a:spcPct val="150000"/>
              </a:lnSpc>
              <a:spcBef>
                <a:spcPts val="0"/>
              </a:spcBef>
              <a:spcAft>
                <a:spcPts val="0"/>
              </a:spcAft>
              <a:buNone/>
            </a:pPr>
            <a:r>
              <a:t/>
            </a:r>
            <a:endParaRPr sz="1600">
              <a:solidFill>
                <a:srgbClr val="000000"/>
              </a:solidFill>
              <a:latin typeface="Arial"/>
              <a:ea typeface="Arial"/>
              <a:cs typeface="Arial"/>
              <a:sym typeface="Arial"/>
            </a:endParaRPr>
          </a:p>
          <a:p>
            <a:pPr indent="0" lvl="0" marL="0" rtl="0" algn="just">
              <a:lnSpc>
                <a:spcPct val="150000"/>
              </a:lnSpc>
              <a:spcBef>
                <a:spcPts val="0"/>
              </a:spcBef>
              <a:spcAft>
                <a:spcPts val="0"/>
              </a:spcAft>
              <a:buNone/>
            </a:pPr>
            <a:r>
              <a:t/>
            </a:r>
            <a:endParaRPr b="1" sz="1600">
              <a:solidFill>
                <a:srgbClr val="000000"/>
              </a:solidFill>
              <a:latin typeface="Arial"/>
              <a:ea typeface="Arial"/>
              <a:cs typeface="Arial"/>
              <a:sym typeface="Arial"/>
            </a:endParaRPr>
          </a:p>
          <a:p>
            <a:pPr indent="0" lvl="0" marL="0" rtl="0" algn="just">
              <a:lnSpc>
                <a:spcPct val="150000"/>
              </a:lnSpc>
              <a:spcBef>
                <a:spcPts val="0"/>
              </a:spcBef>
              <a:spcAft>
                <a:spcPts val="0"/>
              </a:spcAft>
              <a:buNone/>
            </a:pPr>
            <a:r>
              <a:t/>
            </a:r>
            <a:endParaRPr sz="2000"/>
          </a:p>
        </p:txBody>
      </p:sp>
      <p:pic>
        <p:nvPicPr>
          <p:cNvPr id="444" name="Google Shape;444;p52"/>
          <p:cNvPicPr preferRelativeResize="0"/>
          <p:nvPr/>
        </p:nvPicPr>
        <p:blipFill>
          <a:blip r:embed="rId3">
            <a:alphaModFix/>
          </a:blip>
          <a:stretch>
            <a:fillRect/>
          </a:stretch>
        </p:blipFill>
        <p:spPr>
          <a:xfrm>
            <a:off x="688380" y="748175"/>
            <a:ext cx="7390697" cy="20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3"/>
          <p:cNvSpPr txBox="1"/>
          <p:nvPr>
            <p:ph idx="4294967295" type="title"/>
          </p:nvPr>
        </p:nvSpPr>
        <p:spPr>
          <a:xfrm>
            <a:off x="479700" y="0"/>
            <a:ext cx="8184600" cy="75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Magnitude &amp; Depth Analysis </a:t>
            </a:r>
            <a:endParaRPr/>
          </a:p>
        </p:txBody>
      </p:sp>
      <p:pic>
        <p:nvPicPr>
          <p:cNvPr id="450" name="Google Shape;450;p53"/>
          <p:cNvPicPr preferRelativeResize="0"/>
          <p:nvPr/>
        </p:nvPicPr>
        <p:blipFill>
          <a:blip r:embed="rId3">
            <a:alphaModFix/>
          </a:blip>
          <a:stretch>
            <a:fillRect/>
          </a:stretch>
        </p:blipFill>
        <p:spPr>
          <a:xfrm>
            <a:off x="564938" y="834100"/>
            <a:ext cx="8014124" cy="41872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4"/>
          <p:cNvSpPr txBox="1"/>
          <p:nvPr>
            <p:ph type="title"/>
          </p:nvPr>
        </p:nvSpPr>
        <p:spPr>
          <a:xfrm>
            <a:off x="0" y="139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 Trends</a:t>
            </a:r>
            <a:endParaRPr/>
          </a:p>
        </p:txBody>
      </p:sp>
      <p:pic>
        <p:nvPicPr>
          <p:cNvPr id="456" name="Google Shape;456;p54"/>
          <p:cNvPicPr preferRelativeResize="0"/>
          <p:nvPr/>
        </p:nvPicPr>
        <p:blipFill>
          <a:blip r:embed="rId3">
            <a:alphaModFix/>
          </a:blip>
          <a:stretch>
            <a:fillRect/>
          </a:stretch>
        </p:blipFill>
        <p:spPr>
          <a:xfrm>
            <a:off x="329825" y="1725760"/>
            <a:ext cx="8374627" cy="2531990"/>
          </a:xfrm>
          <a:prstGeom prst="rect">
            <a:avLst/>
          </a:prstGeom>
          <a:noFill/>
          <a:ln>
            <a:noFill/>
          </a:ln>
        </p:spPr>
      </p:pic>
      <p:sp>
        <p:nvSpPr>
          <p:cNvPr id="457" name="Google Shape;457;p54"/>
          <p:cNvSpPr txBox="1"/>
          <p:nvPr/>
        </p:nvSpPr>
        <p:spPr>
          <a:xfrm>
            <a:off x="163500" y="944750"/>
            <a:ext cx="8817000" cy="594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 spc="-6" sz="1300">
                <a:solidFill>
                  <a:srgbClr val="31333F"/>
                </a:solidFill>
                <a:highlight>
                  <a:srgbClr val="FFFFFF"/>
                </a:highlight>
              </a:rPr>
              <a:t>📅 </a:t>
            </a:r>
            <a:r>
              <a:rPr lang="en" sz="1100">
                <a:solidFill>
                  <a:srgbClr val="0054A3"/>
                </a:solidFill>
              </a:rPr>
              <a:t> Earthquake activity shows noticeable variation across different time periods. Certain years and months record higher earthquake frequencies, while long-term trends highlight changes in global seismic activity. </a:t>
            </a:r>
            <a:endParaRPr sz="1100">
              <a:solidFill>
                <a:srgbClr val="0054A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5"/>
          <p:cNvSpPr txBox="1"/>
          <p:nvPr>
            <p:ph idx="1" type="body"/>
          </p:nvPr>
        </p:nvSpPr>
        <p:spPr>
          <a:xfrm>
            <a:off x="90125" y="256025"/>
            <a:ext cx="4464600" cy="38109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en" spc="-6" sz="1500">
                <a:solidFill>
                  <a:srgbClr val="31333F"/>
                </a:solidFill>
                <a:latin typeface="Arial"/>
                <a:ea typeface="Arial"/>
                <a:cs typeface="Arial"/>
                <a:sym typeface="Arial"/>
              </a:rPr>
              <a:t>🕐 Earthquakes by Hour</a:t>
            </a:r>
            <a:endParaRPr b="1" spc="-6" sz="1500">
              <a:solidFill>
                <a:srgbClr val="31333F"/>
              </a:solidFill>
              <a:latin typeface="Arial"/>
              <a:ea typeface="Arial"/>
              <a:cs typeface="Arial"/>
              <a:sym typeface="Arial"/>
            </a:endParaRPr>
          </a:p>
          <a:p>
            <a:pPr indent="0" lvl="0" marL="0" rtl="0" algn="l">
              <a:spcBef>
                <a:spcPts val="0"/>
              </a:spcBef>
              <a:spcAft>
                <a:spcPts val="0"/>
              </a:spcAft>
              <a:buNone/>
            </a:pPr>
            <a:r>
              <a:t/>
            </a:r>
            <a:endParaRPr/>
          </a:p>
        </p:txBody>
      </p:sp>
      <p:sp>
        <p:nvSpPr>
          <p:cNvPr id="463" name="Google Shape;463;p55"/>
          <p:cNvSpPr txBox="1"/>
          <p:nvPr>
            <p:ph idx="2" type="body"/>
          </p:nvPr>
        </p:nvSpPr>
        <p:spPr>
          <a:xfrm>
            <a:off x="4711925" y="411425"/>
            <a:ext cx="4548600" cy="40233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en" spc="-6" sz="1500">
                <a:solidFill>
                  <a:srgbClr val="31333F"/>
                </a:solidFill>
                <a:latin typeface="Arial"/>
                <a:ea typeface="Arial"/>
                <a:cs typeface="Arial"/>
                <a:sym typeface="Arial"/>
              </a:rPr>
              <a:t>📈 Year-over-Year Growth Rate</a:t>
            </a:r>
            <a:endParaRPr b="1" spc="-6" sz="1500">
              <a:solidFill>
                <a:srgbClr val="31333F"/>
              </a:solidFill>
              <a:latin typeface="Arial"/>
              <a:ea typeface="Arial"/>
              <a:cs typeface="Arial"/>
              <a:sym typeface="Arial"/>
            </a:endParaRPr>
          </a:p>
          <a:p>
            <a:pPr indent="0" lvl="0" marL="0" rtl="0" algn="l">
              <a:spcBef>
                <a:spcPts val="0"/>
              </a:spcBef>
              <a:spcAft>
                <a:spcPts val="0"/>
              </a:spcAft>
              <a:buNone/>
            </a:pPr>
            <a:r>
              <a:t/>
            </a:r>
            <a:endParaRPr/>
          </a:p>
        </p:txBody>
      </p:sp>
      <p:pic>
        <p:nvPicPr>
          <p:cNvPr id="464" name="Google Shape;464;p55"/>
          <p:cNvPicPr preferRelativeResize="0"/>
          <p:nvPr/>
        </p:nvPicPr>
        <p:blipFill>
          <a:blip r:embed="rId3">
            <a:alphaModFix/>
          </a:blip>
          <a:stretch>
            <a:fillRect/>
          </a:stretch>
        </p:blipFill>
        <p:spPr>
          <a:xfrm>
            <a:off x="117288" y="1079200"/>
            <a:ext cx="4410276" cy="3282250"/>
          </a:xfrm>
          <a:prstGeom prst="rect">
            <a:avLst/>
          </a:prstGeom>
          <a:noFill/>
          <a:ln>
            <a:noFill/>
          </a:ln>
        </p:spPr>
      </p:pic>
      <p:pic>
        <p:nvPicPr>
          <p:cNvPr id="465" name="Google Shape;465;p55"/>
          <p:cNvPicPr preferRelativeResize="0"/>
          <p:nvPr/>
        </p:nvPicPr>
        <p:blipFill>
          <a:blip r:embed="rId4">
            <a:alphaModFix/>
          </a:blip>
          <a:stretch>
            <a:fillRect/>
          </a:stretch>
        </p:blipFill>
        <p:spPr>
          <a:xfrm>
            <a:off x="4616538" y="1079200"/>
            <a:ext cx="4410284" cy="3282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6"/>
          <p:cNvSpPr txBox="1"/>
          <p:nvPr>
            <p:ph type="title"/>
          </p:nvPr>
        </p:nvSpPr>
        <p:spPr>
          <a:xfrm>
            <a:off x="368800" y="1519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Geographic Insights</a:t>
            </a:r>
            <a:endParaRPr/>
          </a:p>
        </p:txBody>
      </p:sp>
      <p:pic>
        <p:nvPicPr>
          <p:cNvPr id="471" name="Google Shape;471;p56"/>
          <p:cNvPicPr preferRelativeResize="0"/>
          <p:nvPr/>
        </p:nvPicPr>
        <p:blipFill rotWithShape="1">
          <a:blip r:embed="rId3">
            <a:alphaModFix/>
          </a:blip>
          <a:srcRect b="-2094" l="-2094" r="-2084" t="-2084"/>
          <a:stretch/>
        </p:blipFill>
        <p:spPr>
          <a:xfrm>
            <a:off x="256025" y="2114658"/>
            <a:ext cx="3973176" cy="2516368"/>
          </a:xfrm>
          <a:prstGeom prst="rect">
            <a:avLst/>
          </a:prstGeom>
          <a:noFill/>
          <a:ln>
            <a:noFill/>
          </a:ln>
        </p:spPr>
      </p:pic>
      <p:pic>
        <p:nvPicPr>
          <p:cNvPr id="472" name="Google Shape;472;p56"/>
          <p:cNvPicPr preferRelativeResize="0"/>
          <p:nvPr/>
        </p:nvPicPr>
        <p:blipFill>
          <a:blip r:embed="rId4">
            <a:alphaModFix/>
          </a:blip>
          <a:stretch>
            <a:fillRect/>
          </a:stretch>
        </p:blipFill>
        <p:spPr>
          <a:xfrm>
            <a:off x="4431675" y="1738850"/>
            <a:ext cx="3389676" cy="1551753"/>
          </a:xfrm>
          <a:prstGeom prst="rect">
            <a:avLst/>
          </a:prstGeom>
          <a:noFill/>
          <a:ln>
            <a:noFill/>
          </a:ln>
        </p:spPr>
      </p:pic>
      <p:pic>
        <p:nvPicPr>
          <p:cNvPr id="473" name="Google Shape;473;p56"/>
          <p:cNvPicPr preferRelativeResize="0"/>
          <p:nvPr/>
        </p:nvPicPr>
        <p:blipFill>
          <a:blip r:embed="rId5">
            <a:alphaModFix/>
          </a:blip>
          <a:stretch>
            <a:fillRect/>
          </a:stretch>
        </p:blipFill>
        <p:spPr>
          <a:xfrm>
            <a:off x="4431675" y="3470800"/>
            <a:ext cx="3389687" cy="1526575"/>
          </a:xfrm>
          <a:prstGeom prst="rect">
            <a:avLst/>
          </a:prstGeom>
          <a:noFill/>
          <a:ln>
            <a:noFill/>
          </a:ln>
        </p:spPr>
      </p:pic>
      <p:sp>
        <p:nvSpPr>
          <p:cNvPr id="474" name="Google Shape;474;p56"/>
          <p:cNvSpPr txBox="1"/>
          <p:nvPr/>
        </p:nvSpPr>
        <p:spPr>
          <a:xfrm>
            <a:off x="163500" y="944750"/>
            <a:ext cx="88170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0054A3"/>
                </a:solidFill>
              </a:rPr>
              <a:t>🌐 Earthquake activity is concentrated in specific tectonically active regions. Countries around the Pacific Ring of Fire generally show high earthquake frequency and significant magnitudes. Equatorial regions also display distinct depth patterns.</a:t>
            </a:r>
            <a:endParaRPr sz="1100">
              <a:solidFill>
                <a:srgbClr val="0054A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7"/>
          <p:cNvSpPr txBox="1"/>
          <p:nvPr>
            <p:ph type="title"/>
          </p:nvPr>
        </p:nvSpPr>
        <p:spPr>
          <a:xfrm>
            <a:off x="311700" y="4328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Tsunami and Alerts</a:t>
            </a:r>
            <a:endParaRPr/>
          </a:p>
          <a:p>
            <a:pPr indent="0" lvl="0" marL="0" rtl="0" algn="l">
              <a:spcBef>
                <a:spcPts val="0"/>
              </a:spcBef>
              <a:spcAft>
                <a:spcPts val="0"/>
              </a:spcAft>
              <a:buNone/>
            </a:pPr>
            <a:r>
              <a:t/>
            </a:r>
            <a:endParaRPr/>
          </a:p>
        </p:txBody>
      </p:sp>
      <p:pic>
        <p:nvPicPr>
          <p:cNvPr id="480" name="Google Shape;480;p57"/>
          <p:cNvPicPr preferRelativeResize="0"/>
          <p:nvPr/>
        </p:nvPicPr>
        <p:blipFill>
          <a:blip r:embed="rId3">
            <a:alphaModFix/>
          </a:blip>
          <a:stretch>
            <a:fillRect/>
          </a:stretch>
        </p:blipFill>
        <p:spPr>
          <a:xfrm>
            <a:off x="152400" y="2352750"/>
            <a:ext cx="3954750" cy="2272250"/>
          </a:xfrm>
          <a:prstGeom prst="rect">
            <a:avLst/>
          </a:prstGeom>
          <a:noFill/>
          <a:ln>
            <a:noFill/>
          </a:ln>
        </p:spPr>
      </p:pic>
      <p:pic>
        <p:nvPicPr>
          <p:cNvPr id="481" name="Google Shape;481;p57"/>
          <p:cNvPicPr preferRelativeResize="0"/>
          <p:nvPr/>
        </p:nvPicPr>
        <p:blipFill>
          <a:blip r:embed="rId4">
            <a:alphaModFix/>
          </a:blip>
          <a:stretch>
            <a:fillRect/>
          </a:stretch>
        </p:blipFill>
        <p:spPr>
          <a:xfrm>
            <a:off x="4345850" y="2352750"/>
            <a:ext cx="4732050" cy="2217225"/>
          </a:xfrm>
          <a:prstGeom prst="rect">
            <a:avLst/>
          </a:prstGeom>
          <a:noFill/>
          <a:ln>
            <a:noFill/>
          </a:ln>
        </p:spPr>
      </p:pic>
      <p:sp>
        <p:nvSpPr>
          <p:cNvPr id="482" name="Google Shape;482;p57"/>
          <p:cNvSpPr txBox="1"/>
          <p:nvPr/>
        </p:nvSpPr>
        <p:spPr>
          <a:xfrm>
            <a:off x="163500" y="1286675"/>
            <a:ext cx="8724600" cy="77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054A3"/>
                </a:solidFill>
              </a:rPr>
              <a:t>🌊 Tsunami Insight: Only a small proportion of recorded earthquakes are associated with tsunami indicators. Alert levels are concentrated in the lower categories, while higher alert levels represent relatively rare and potentially more significant events.</a:t>
            </a:r>
            <a:endParaRPr sz="1200">
              <a:solidFill>
                <a:srgbClr val="0054A3"/>
              </a:solidFill>
            </a:endParaRPr>
          </a:p>
          <a:p>
            <a:pPr indent="0" lvl="0" marL="0" rtl="0" algn="l">
              <a:lnSpc>
                <a:spcPct val="115000"/>
              </a:lnSpc>
              <a:spcBef>
                <a:spcPts val="0"/>
              </a:spcBef>
              <a:spcAft>
                <a:spcPts val="0"/>
              </a:spcAft>
              <a:buNone/>
            </a:pPr>
            <a:r>
              <a:t/>
            </a:r>
            <a:endParaRPr sz="1100">
              <a:solidFill>
                <a:srgbClr val="0054A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8"/>
          <p:cNvSpPr txBox="1"/>
          <p:nvPr>
            <p:ph type="title"/>
          </p:nvPr>
        </p:nvSpPr>
        <p:spPr>
          <a:xfrm>
            <a:off x="256850" y="127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quality &amp; Reliability</a:t>
            </a:r>
            <a:endParaRPr/>
          </a:p>
        </p:txBody>
      </p:sp>
      <p:pic>
        <p:nvPicPr>
          <p:cNvPr id="488" name="Google Shape;488;p58"/>
          <p:cNvPicPr preferRelativeResize="0"/>
          <p:nvPr/>
        </p:nvPicPr>
        <p:blipFill>
          <a:blip r:embed="rId3">
            <a:alphaModFix/>
          </a:blip>
          <a:stretch>
            <a:fillRect/>
          </a:stretch>
        </p:blipFill>
        <p:spPr>
          <a:xfrm>
            <a:off x="453650" y="970100"/>
            <a:ext cx="8350900" cy="1125300"/>
          </a:xfrm>
          <a:prstGeom prst="rect">
            <a:avLst/>
          </a:prstGeom>
          <a:noFill/>
          <a:ln>
            <a:noFill/>
          </a:ln>
        </p:spPr>
      </p:pic>
      <p:pic>
        <p:nvPicPr>
          <p:cNvPr id="489" name="Google Shape;489;p58"/>
          <p:cNvPicPr preferRelativeResize="0"/>
          <p:nvPr/>
        </p:nvPicPr>
        <p:blipFill>
          <a:blip r:embed="rId4">
            <a:alphaModFix/>
          </a:blip>
          <a:stretch>
            <a:fillRect/>
          </a:stretch>
        </p:blipFill>
        <p:spPr>
          <a:xfrm>
            <a:off x="475300" y="2365275"/>
            <a:ext cx="3913649" cy="2576975"/>
          </a:xfrm>
          <a:prstGeom prst="rect">
            <a:avLst/>
          </a:prstGeom>
          <a:noFill/>
          <a:ln>
            <a:noFill/>
          </a:ln>
        </p:spPr>
      </p:pic>
      <p:sp>
        <p:nvSpPr>
          <p:cNvPr id="490" name="Google Shape;490;p58"/>
          <p:cNvSpPr txBox="1"/>
          <p:nvPr/>
        </p:nvSpPr>
        <p:spPr>
          <a:xfrm>
            <a:off x="4486775" y="2975550"/>
            <a:ext cx="4450200" cy="141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054A3"/>
                </a:solidFill>
              </a:rPr>
              <a:t>📌Outlier Insight: 15,910 earthquake depth values (11.59% of valid depth records) are identified as statistical outliers using the IQR method. Many of these values can represent legitimate deep-focus earthquakes rather than incorrect measurements.</a:t>
            </a:r>
            <a:endParaRPr sz="1200">
              <a:solidFill>
                <a:srgbClr val="0054A3"/>
              </a:solidFill>
            </a:endParaRPr>
          </a:p>
          <a:p>
            <a:pPr indent="0" lvl="0" marL="0" rtl="0" algn="l">
              <a:lnSpc>
                <a:spcPct val="115000"/>
              </a:lnSpc>
              <a:spcBef>
                <a:spcPts val="0"/>
              </a:spcBef>
              <a:spcAft>
                <a:spcPts val="0"/>
              </a:spcAft>
              <a:buNone/>
            </a:pPr>
            <a:r>
              <a:t/>
            </a:r>
            <a:endParaRPr sz="1100">
              <a:solidFill>
                <a:srgbClr val="0054A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Findings</a:t>
            </a:r>
            <a:endParaRPr/>
          </a:p>
        </p:txBody>
      </p:sp>
      <p:sp>
        <p:nvSpPr>
          <p:cNvPr id="496" name="Google Shape;496;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 Regional Hotspots</a:t>
            </a:r>
            <a:r>
              <a:rPr lang="en" sz="1300">
                <a:solidFill>
                  <a:srgbClr val="000000"/>
                </a:solidFill>
                <a:latin typeface="Arial"/>
                <a:ea typeface="Arial"/>
                <a:cs typeface="Arial"/>
                <a:sym typeface="Arial"/>
              </a:rPr>
              <a:t> — Earthquake activity is strongly concentrated in tectonically active regions, especially around the </a:t>
            </a:r>
            <a:r>
              <a:rPr b="1" lang="en" sz="1300">
                <a:solidFill>
                  <a:srgbClr val="000000"/>
                </a:solidFill>
                <a:latin typeface="Arial"/>
                <a:ea typeface="Arial"/>
                <a:cs typeface="Arial"/>
                <a:sym typeface="Arial"/>
              </a:rPr>
              <a:t>Pacific Ring of Fire</a:t>
            </a:r>
            <a:r>
              <a:rPr lang="en"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 Magnitude Patterns</a:t>
            </a:r>
            <a:r>
              <a:rPr lang="en" sz="1300">
                <a:solidFill>
                  <a:srgbClr val="000000"/>
                </a:solidFill>
                <a:latin typeface="Arial"/>
                <a:ea typeface="Arial"/>
                <a:cs typeface="Arial"/>
                <a:sym typeface="Arial"/>
              </a:rPr>
              <a:t> — The majority of recorded earthquakes are </a:t>
            </a:r>
            <a:r>
              <a:rPr b="1" lang="en" sz="1300">
                <a:solidFill>
                  <a:srgbClr val="000000"/>
                </a:solidFill>
                <a:latin typeface="Arial"/>
                <a:ea typeface="Arial"/>
                <a:cs typeface="Arial"/>
                <a:sym typeface="Arial"/>
              </a:rPr>
              <a:t>moderate in magnitude</a:t>
            </a:r>
            <a:r>
              <a:rPr lang="en" sz="1300">
                <a:solidFill>
                  <a:srgbClr val="000000"/>
                </a:solidFill>
                <a:latin typeface="Arial"/>
                <a:ea typeface="Arial"/>
                <a:cs typeface="Arial"/>
                <a:sym typeface="Arial"/>
              </a:rPr>
              <a:t>, while high-magnitude events are relatively rare.</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 Depth &amp; Impact</a:t>
            </a:r>
            <a:r>
              <a:rPr lang="en" sz="1300">
                <a:solidFill>
                  <a:srgbClr val="000000"/>
                </a:solidFill>
                <a:latin typeface="Arial"/>
                <a:ea typeface="Arial"/>
                <a:cs typeface="Arial"/>
                <a:sym typeface="Arial"/>
              </a:rPr>
              <a:t> — </a:t>
            </a:r>
            <a:r>
              <a:rPr b="1" lang="en" sz="1300">
                <a:solidFill>
                  <a:srgbClr val="000000"/>
                </a:solidFill>
                <a:latin typeface="Arial"/>
                <a:ea typeface="Arial"/>
                <a:cs typeface="Arial"/>
                <a:sym typeface="Arial"/>
              </a:rPr>
              <a:t>Shallow, high-magnitude earthquakes</a:t>
            </a:r>
            <a:r>
              <a:rPr lang="en" sz="1300">
                <a:solidFill>
                  <a:srgbClr val="000000"/>
                </a:solidFill>
                <a:latin typeface="Arial"/>
                <a:ea typeface="Arial"/>
                <a:cs typeface="Arial"/>
                <a:sym typeface="Arial"/>
              </a:rPr>
              <a:t> represent important events due to their greater potential surface impact.</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 Temporal Trends</a:t>
            </a:r>
            <a:r>
              <a:rPr lang="en" sz="1300">
                <a:solidFill>
                  <a:srgbClr val="000000"/>
                </a:solidFill>
                <a:latin typeface="Arial"/>
                <a:ea typeface="Arial"/>
                <a:cs typeface="Arial"/>
                <a:sym typeface="Arial"/>
              </a:rPr>
              <a:t> — Earthquake occurrence </a:t>
            </a:r>
            <a:r>
              <a:rPr b="1" lang="en" sz="1300">
                <a:solidFill>
                  <a:srgbClr val="000000"/>
                </a:solidFill>
                <a:latin typeface="Arial"/>
                <a:ea typeface="Arial"/>
                <a:cs typeface="Arial"/>
                <a:sym typeface="Arial"/>
              </a:rPr>
              <a:t>varies across years and time periods</a:t>
            </a:r>
            <a:r>
              <a:rPr lang="en" sz="1300">
                <a:solidFill>
                  <a:srgbClr val="000000"/>
                </a:solidFill>
                <a:latin typeface="Arial"/>
                <a:ea typeface="Arial"/>
                <a:cs typeface="Arial"/>
                <a:sym typeface="Arial"/>
              </a:rPr>
              <a:t>, revealing noticeable fluctuations in seismic activity.</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 Tsunami Potential</a:t>
            </a:r>
            <a:r>
              <a:rPr lang="en" sz="1300">
                <a:solidFill>
                  <a:srgbClr val="000000"/>
                </a:solidFill>
                <a:latin typeface="Arial"/>
                <a:ea typeface="Arial"/>
                <a:cs typeface="Arial"/>
                <a:sym typeface="Arial"/>
              </a:rPr>
              <a:t> — Although </a:t>
            </a:r>
            <a:r>
              <a:rPr b="1" lang="en" sz="1300">
                <a:solidFill>
                  <a:srgbClr val="000000"/>
                </a:solidFill>
                <a:latin typeface="Arial"/>
                <a:ea typeface="Arial"/>
                <a:cs typeface="Arial"/>
                <a:sym typeface="Arial"/>
              </a:rPr>
              <a:t>tsunami-associated earthquakes form a smaller share</a:t>
            </a:r>
            <a:r>
              <a:rPr lang="en" sz="1300">
                <a:solidFill>
                  <a:srgbClr val="000000"/>
                </a:solidFill>
                <a:latin typeface="Arial"/>
                <a:ea typeface="Arial"/>
                <a:cs typeface="Arial"/>
                <a:sym typeface="Arial"/>
              </a:rPr>
              <a:t> of total events, they are significant for disaster-risk assessment.</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 High-Risk Events</a:t>
            </a:r>
            <a:r>
              <a:rPr lang="en" sz="1300">
                <a:solidFill>
                  <a:srgbClr val="000000"/>
                </a:solidFill>
                <a:latin typeface="Arial"/>
                <a:ea typeface="Arial"/>
                <a:cs typeface="Arial"/>
                <a:sym typeface="Arial"/>
              </a:rPr>
              <a:t> — Combining </a:t>
            </a:r>
            <a:r>
              <a:rPr b="1" lang="en" sz="1300">
                <a:solidFill>
                  <a:srgbClr val="000000"/>
                </a:solidFill>
                <a:latin typeface="Arial"/>
                <a:ea typeface="Arial"/>
                <a:cs typeface="Arial"/>
                <a:sym typeface="Arial"/>
              </a:rPr>
              <a:t>magnitude, depth, location, and tsunami indicators</a:t>
            </a:r>
            <a:r>
              <a:rPr lang="en" sz="1300">
                <a:solidFill>
                  <a:srgbClr val="000000"/>
                </a:solidFill>
                <a:latin typeface="Arial"/>
                <a:ea typeface="Arial"/>
                <a:cs typeface="Arial"/>
                <a:sym typeface="Arial"/>
              </a:rPr>
              <a:t> helps identify earthquakes requiring greater attention.</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Scope</a:t>
            </a:r>
            <a:endParaRPr/>
          </a:p>
        </p:txBody>
      </p:sp>
      <p:sp>
        <p:nvSpPr>
          <p:cNvPr id="502" name="Google Shape;502;p60"/>
          <p:cNvSpPr txBox="1"/>
          <p:nvPr>
            <p:ph idx="1" type="body"/>
          </p:nvPr>
        </p:nvSpPr>
        <p:spPr>
          <a:xfrm>
            <a:off x="311700" y="1461325"/>
            <a:ext cx="8520600" cy="3107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600">
                <a:solidFill>
                  <a:srgbClr val="000000"/>
                </a:solidFill>
                <a:latin typeface="Arial"/>
                <a:ea typeface="Arial"/>
                <a:cs typeface="Arial"/>
                <a:sym typeface="Arial"/>
              </a:rPr>
              <a:t>🤖 Machine Learning Prediction</a:t>
            </a:r>
            <a:r>
              <a:rPr lang="en" sz="1600">
                <a:solidFill>
                  <a:srgbClr val="000000"/>
                </a:solidFill>
                <a:latin typeface="Arial"/>
                <a:ea typeface="Arial"/>
                <a:cs typeface="Arial"/>
                <a:sym typeface="Arial"/>
              </a:rPr>
              <a:t> — Develop ML models to identify seismic patterns and predict potential high-risk events.</a:t>
            </a:r>
            <a:endParaRPr sz="16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600">
                <a:solidFill>
                  <a:srgbClr val="000000"/>
                </a:solidFill>
                <a:latin typeface="Arial"/>
                <a:ea typeface="Arial"/>
                <a:cs typeface="Arial"/>
                <a:sym typeface="Arial"/>
              </a:rPr>
              <a:t>⚡ Real-Time Monitoring</a:t>
            </a:r>
            <a:r>
              <a:rPr lang="en" sz="1600">
                <a:solidFill>
                  <a:srgbClr val="000000"/>
                </a:solidFill>
                <a:latin typeface="Arial"/>
                <a:ea typeface="Arial"/>
                <a:cs typeface="Arial"/>
                <a:sym typeface="Arial"/>
              </a:rPr>
              <a:t> — Integrate </a:t>
            </a:r>
            <a:r>
              <a:rPr b="1" lang="en" sz="1600">
                <a:solidFill>
                  <a:srgbClr val="000000"/>
                </a:solidFill>
                <a:latin typeface="Arial"/>
                <a:ea typeface="Arial"/>
                <a:cs typeface="Arial"/>
                <a:sym typeface="Arial"/>
              </a:rPr>
              <a:t>live USGS data</a:t>
            </a:r>
            <a:r>
              <a:rPr lang="en" sz="1600">
                <a:solidFill>
                  <a:srgbClr val="000000"/>
                </a:solidFill>
                <a:latin typeface="Arial"/>
                <a:ea typeface="Arial"/>
                <a:cs typeface="Arial"/>
                <a:sym typeface="Arial"/>
              </a:rPr>
              <a:t> to continuously track earthquakes and update the dashboard.</a:t>
            </a:r>
            <a:endParaRPr sz="16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600">
                <a:solidFill>
                  <a:srgbClr val="000000"/>
                </a:solidFill>
                <a:latin typeface="Arial"/>
                <a:ea typeface="Arial"/>
                <a:cs typeface="Arial"/>
                <a:sym typeface="Arial"/>
              </a:rPr>
              <a:t>🗺️ Advanced Risk Mapping</a:t>
            </a:r>
            <a:r>
              <a:rPr lang="en" sz="1600">
                <a:solidFill>
                  <a:srgbClr val="000000"/>
                </a:solidFill>
                <a:latin typeface="Arial"/>
                <a:ea typeface="Arial"/>
                <a:cs typeface="Arial"/>
                <a:sym typeface="Arial"/>
              </a:rPr>
              <a:t> — Build interactive </a:t>
            </a:r>
            <a:r>
              <a:rPr b="1" lang="en" sz="1600">
                <a:solidFill>
                  <a:srgbClr val="000000"/>
                </a:solidFill>
                <a:latin typeface="Arial"/>
                <a:ea typeface="Arial"/>
                <a:cs typeface="Arial"/>
                <a:sym typeface="Arial"/>
              </a:rPr>
              <a:t>GIS-based hazard maps</a:t>
            </a:r>
            <a:r>
              <a:rPr lang="en" sz="1600">
                <a:solidFill>
                  <a:srgbClr val="000000"/>
                </a:solidFill>
                <a:latin typeface="Arial"/>
                <a:ea typeface="Arial"/>
                <a:cs typeface="Arial"/>
                <a:sym typeface="Arial"/>
              </a:rPr>
              <a:t> to identify earthquake hotspots and vulnerable regions.</a:t>
            </a:r>
            <a:endParaRPr sz="16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506" name="Shape 506"/>
        <p:cNvGrpSpPr/>
        <p:nvPr/>
      </p:nvGrpSpPr>
      <p:grpSpPr>
        <a:xfrm>
          <a:off x="0" y="0"/>
          <a:ext cx="0" cy="0"/>
          <a:chOff x="0" y="0"/>
          <a:chExt cx="0" cy="0"/>
        </a:xfrm>
      </p:grpSpPr>
      <p:sp>
        <p:nvSpPr>
          <p:cNvPr id="507" name="Google Shape;507;p61"/>
          <p:cNvSpPr txBox="1"/>
          <p:nvPr/>
        </p:nvSpPr>
        <p:spPr>
          <a:xfrm>
            <a:off x="614650" y="1021700"/>
            <a:ext cx="7913100" cy="22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500"/>
          </a:p>
          <a:p>
            <a:pPr indent="0" lvl="0" marL="0" rtl="0" algn="l">
              <a:spcBef>
                <a:spcPts val="0"/>
              </a:spcBef>
              <a:spcAft>
                <a:spcPts val="0"/>
              </a:spcAft>
              <a:buNone/>
            </a:pPr>
            <a:r>
              <a:rPr lang="en" sz="3500"/>
              <a:t>           </a:t>
            </a:r>
            <a:r>
              <a:rPr lang="en" sz="3500"/>
              <a:t>  </a:t>
            </a:r>
            <a:r>
              <a:rPr lang="en" sz="4200">
                <a:solidFill>
                  <a:srgbClr val="FFFFFF"/>
                </a:solidFill>
              </a:rPr>
              <a:t>      </a:t>
            </a:r>
            <a:r>
              <a:rPr b="1" lang="en" sz="6200">
                <a:solidFill>
                  <a:srgbClr val="FFFFFF"/>
                </a:solidFill>
              </a:rPr>
              <a:t>Thanks</a:t>
            </a:r>
            <a:r>
              <a:rPr lang="en" sz="4200">
                <a:solidFill>
                  <a:srgbClr val="FFFFFF"/>
                </a:solidFill>
              </a:rPr>
              <a:t>!</a:t>
            </a:r>
            <a:endParaRPr sz="4200">
              <a:solidFill>
                <a:srgbClr val="FFFFFF"/>
              </a:solidFill>
            </a:endParaRPr>
          </a:p>
          <a:p>
            <a:pPr indent="0" lvl="0" marL="0" rtl="0" algn="l">
              <a:spcBef>
                <a:spcPts val="0"/>
              </a:spcBef>
              <a:spcAft>
                <a:spcPts val="0"/>
              </a:spcAft>
              <a:buNone/>
            </a:pPr>
            <a:r>
              <a:t/>
            </a:r>
            <a:endParaRPr sz="42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arterly Planning Meeting">
  <a:themeElements>
    <a:clrScheme name="Simple Light">
      <a:dk1>
        <a:srgbClr val="D21117"/>
      </a:dk1>
      <a:lt1>
        <a:srgbClr val="F6EEEB"/>
      </a:lt1>
      <a:dk2>
        <a:srgbClr val="ECECEC"/>
      </a:dk2>
      <a:lt2>
        <a:srgbClr val="353635"/>
      </a:lt2>
      <a:accent1>
        <a:srgbClr val="B9DFFF"/>
      </a:accent1>
      <a:accent2>
        <a:srgbClr val="006CE9"/>
      </a:accent2>
      <a:accent3>
        <a:srgbClr val="FBFAFA"/>
      </a:accent3>
      <a:accent4>
        <a:srgbClr val="686868"/>
      </a:accent4>
      <a:accent5>
        <a:srgbClr val="C5C5C5"/>
      </a:accent5>
      <a:accent6>
        <a:srgbClr val="FFC1C3"/>
      </a:accent6>
      <a:hlink>
        <a:srgbClr val="006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